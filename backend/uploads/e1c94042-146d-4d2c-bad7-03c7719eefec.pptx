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89" r:id="rId5"/>
    <p:sldId id="257" r:id="rId6"/>
    <p:sldId id="258" r:id="rId7"/>
    <p:sldId id="259" r:id="rId8"/>
    <p:sldId id="283" r:id="rId9"/>
    <p:sldId id="287" r:id="rId10"/>
    <p:sldId id="285" r:id="rId11"/>
    <p:sldId id="286" r:id="rId12"/>
    <p:sldId id="284" r:id="rId13"/>
    <p:sldId id="288" r:id="rId14"/>
    <p:sldId id="291" r:id="rId15"/>
    <p:sldId id="290" r:id="rId16"/>
    <p:sldId id="292" r:id="rId17"/>
    <p:sldId id="293" r:id="rId18"/>
    <p:sldId id="294" r:id="rId19"/>
    <p:sldId id="295" r:id="rId20"/>
    <p:sldId id="298" r:id="rId21"/>
    <p:sldId id="299" r:id="rId22"/>
    <p:sldId id="300" r:id="rId23"/>
    <p:sldId id="301" r:id="rId24"/>
    <p:sldId id="304" r:id="rId25"/>
    <p:sldId id="306" r:id="rId26"/>
    <p:sldId id="307" r:id="rId27"/>
    <p:sldId id="308" r:id="rId28"/>
    <p:sldId id="309" r:id="rId29"/>
    <p:sldId id="305" r:id="rId30"/>
    <p:sldId id="310" r:id="rId31"/>
    <p:sldId id="312" r:id="rId32"/>
    <p:sldId id="311" r:id="rId33"/>
  </p:sldIdLst>
  <p:sldSz cx="9144000" cy="5143500" type="screen16x9"/>
  <p:notesSz cx="6858000" cy="9144000"/>
  <p:embeddedFontLst>
    <p:embeddedFont>
      <p:font typeface="Patua One" panose="02000000000000000000"/>
      <p:regular r:id="rId37"/>
    </p:embeddedFont>
    <p:embeddedFont>
      <p:font typeface="Inter" panose="02000503000000020004"/>
      <p:regular r:id="rId38"/>
    </p:embeddedFont>
    <p:embeddedFont>
      <p:font typeface="Libre Franklin Black"/>
      <p:bold r:id="rId39"/>
    </p:embeddedFont>
    <p:embeddedFont>
      <p:font typeface="Roboto" panose="02000000000000000000"/>
      <p:regular r:id="rId40"/>
    </p:embeddedFont>
    <p:embeddedFont>
      <p:font typeface="Nunito Light"/>
      <p:regular r:id="rId41"/>
    </p:embeddedFont>
    <p:embeddedFont>
      <p:font typeface="Arial Black" panose="020B0A04020102020204" pitchFamily="34" charset="0"/>
      <p:bold r:id="rId42"/>
    </p:embeddedFont>
    <p:embeddedFont>
      <p:font typeface="Arial Rounded MT Bold" panose="020F0704030504030204" pitchFamily="34" charset="0"/>
      <p:regular r:id="rId43"/>
    </p:embeddedFont>
    <p:embeddedFont>
      <p:font typeface="Cambria" panose="02040503050406030204" pitchFamily="18"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1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1A4D214-FB03-4C0E-AD20-0F7D02E0CF2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5" autoAdjust="0"/>
    <p:restoredTop sz="94660"/>
  </p:normalViewPr>
  <p:slideViewPr>
    <p:cSldViewPr snapToGrid="0" showGuides="1">
      <p:cViewPr>
        <p:scale>
          <a:sx n="75" d="100"/>
          <a:sy n="75" d="100"/>
        </p:scale>
        <p:origin x="-1212" y="-360"/>
      </p:cViewPr>
      <p:guideLst>
        <p:guide orient="horz" pos="161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font" Target="fonts/font11.fntdata"/><Relationship Id="rId46" Type="http://schemas.openxmlformats.org/officeDocument/2006/relationships/font" Target="fonts/font10.fntdata"/><Relationship Id="rId45" Type="http://schemas.openxmlformats.org/officeDocument/2006/relationships/font" Target="fonts/font9.fntdata"/><Relationship Id="rId44" Type="http://schemas.openxmlformats.org/officeDocument/2006/relationships/font" Target="fonts/font8.fntdata"/><Relationship Id="rId43" Type="http://schemas.openxmlformats.org/officeDocument/2006/relationships/font" Target="fonts/font7.fntdata"/><Relationship Id="rId42" Type="http://schemas.openxmlformats.org/officeDocument/2006/relationships/font" Target="fonts/font6.fntdata"/><Relationship Id="rId41" Type="http://schemas.openxmlformats.org/officeDocument/2006/relationships/font" Target="fonts/font5.fntdata"/><Relationship Id="rId40" Type="http://schemas.openxmlformats.org/officeDocument/2006/relationships/font" Target="fonts/font4.fntdata"/><Relationship Id="rId4" Type="http://schemas.openxmlformats.org/officeDocument/2006/relationships/notesMaster" Target="notesMasters/notesMaster1.xml"/><Relationship Id="rId39" Type="http://schemas.openxmlformats.org/officeDocument/2006/relationships/font" Target="fonts/font3.fntdata"/><Relationship Id="rId38" Type="http://schemas.openxmlformats.org/officeDocument/2006/relationships/font" Target="fonts/font2.fntdata"/><Relationship Id="rId37" Type="http://schemas.openxmlformats.org/officeDocument/2006/relationships/font" Target="fonts/font1.fntdata"/><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7"/>
        <p:cNvGrpSpPr/>
        <p:nvPr/>
      </p:nvGrpSpPr>
      <p:grpSpPr>
        <a:xfrm>
          <a:off x="0" y="0"/>
          <a:ext cx="0" cy="0"/>
          <a:chOff x="0" y="0"/>
          <a:chExt cx="0" cy="0"/>
        </a:xfrm>
      </p:grpSpPr>
      <p:sp>
        <p:nvSpPr>
          <p:cNvPr id="228" name="Google Shape;228;g2992f9685e2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992f9685e2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g24f1e0afa5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4f1e0afa5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0"/>
        <p:cNvGrpSpPr/>
        <p:nvPr/>
      </p:nvGrpSpPr>
      <p:grpSpPr>
        <a:xfrm>
          <a:off x="0" y="0"/>
          <a:ext cx="0" cy="0"/>
          <a:chOff x="0" y="0"/>
          <a:chExt cx="0" cy="0"/>
        </a:xfrm>
      </p:grpSpPr>
      <p:sp>
        <p:nvSpPr>
          <p:cNvPr id="241" name="Google Shape;241;g25fca9abb05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5fca9abb05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9"/>
        <p:cNvGrpSpPr/>
        <p:nvPr/>
      </p:nvGrpSpPr>
      <p:grpSpPr>
        <a:xfrm>
          <a:off x="0" y="0"/>
          <a:ext cx="0" cy="0"/>
          <a:chOff x="0" y="0"/>
          <a:chExt cx="0" cy="0"/>
        </a:xfrm>
      </p:grpSpPr>
      <p:sp>
        <p:nvSpPr>
          <p:cNvPr id="250" name="Google Shape;250;g2992f9685e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992f9685e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grpSp>
        <p:nvGrpSpPr>
          <p:cNvPr id="9" name="Google Shape;9;p2"/>
          <p:cNvGrpSpPr/>
          <p:nvPr/>
        </p:nvGrpSpPr>
        <p:grpSpPr>
          <a:xfrm>
            <a:off x="-235575" y="-1481350"/>
            <a:ext cx="10824804" cy="8106205"/>
            <a:chOff x="-235575" y="-1481350"/>
            <a:chExt cx="10824804" cy="8106205"/>
          </a:xfrm>
        </p:grpSpPr>
        <p:sp>
          <p:nvSpPr>
            <p:cNvPr id="10" name="Google Shape;10;p2"/>
            <p:cNvSpPr/>
            <p:nvPr/>
          </p:nvSpPr>
          <p:spPr>
            <a:xfrm>
              <a:off x="7436526" y="-14813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1" name="Google Shape;11;p2"/>
            <p:cNvGrpSpPr/>
            <p:nvPr/>
          </p:nvGrpSpPr>
          <p:grpSpPr>
            <a:xfrm>
              <a:off x="-235575" y="-160021"/>
              <a:ext cx="10824804" cy="5628174"/>
              <a:chOff x="-235575" y="-160021"/>
              <a:chExt cx="10824804" cy="5628174"/>
            </a:xfrm>
          </p:grpSpPr>
          <p:grpSp>
            <p:nvGrpSpPr>
              <p:cNvPr id="12" name="Google Shape;12;p2"/>
              <p:cNvGrpSpPr/>
              <p:nvPr/>
            </p:nvGrpSpPr>
            <p:grpSpPr>
              <a:xfrm>
                <a:off x="-235575" y="326491"/>
                <a:ext cx="1298070" cy="485159"/>
                <a:chOff x="540500" y="421329"/>
                <a:chExt cx="1298070" cy="485159"/>
              </a:xfrm>
            </p:grpSpPr>
            <p:sp>
              <p:nvSpPr>
                <p:cNvPr id="13" name="Google Shape;13;p2"/>
                <p:cNvSpPr/>
                <p:nvPr/>
              </p:nvSpPr>
              <p:spPr>
                <a:xfrm>
                  <a:off x="540500" y="421329"/>
                  <a:ext cx="1298070" cy="203406"/>
                </a:xfrm>
                <a:custGeom>
                  <a:avLst/>
                  <a:gdLst/>
                  <a:ahLst/>
                  <a:cxnLst/>
                  <a:rect l="l" t="t" r="r" b="b"/>
                  <a:pathLst>
                    <a:path w="933863" h="146335" extrusionOk="0">
                      <a:moveTo>
                        <a:pt x="0" y="146335"/>
                      </a:moveTo>
                      <a:lnTo>
                        <a:pt x="0" y="50156"/>
                      </a:lnTo>
                      <a:cubicBezTo>
                        <a:pt x="24770" y="50156"/>
                        <a:pt x="34344" y="43955"/>
                        <a:pt x="51789" y="32749"/>
                      </a:cubicBezTo>
                      <a:cubicBezTo>
                        <a:pt x="73222" y="18931"/>
                        <a:pt x="102598" y="0"/>
                        <a:pt x="155692" y="0"/>
                      </a:cubicBezTo>
                      <a:cubicBezTo>
                        <a:pt x="208786" y="0"/>
                        <a:pt x="238126" y="18931"/>
                        <a:pt x="259596" y="32749"/>
                      </a:cubicBezTo>
                      <a:cubicBezTo>
                        <a:pt x="277004" y="43991"/>
                        <a:pt x="286614" y="50156"/>
                        <a:pt x="311384" y="50156"/>
                      </a:cubicBezTo>
                      <a:cubicBezTo>
                        <a:pt x="336154" y="50156"/>
                        <a:pt x="345729" y="43955"/>
                        <a:pt x="363137" y="32749"/>
                      </a:cubicBezTo>
                      <a:cubicBezTo>
                        <a:pt x="384570" y="18931"/>
                        <a:pt x="413946" y="0"/>
                        <a:pt x="467004" y="0"/>
                      </a:cubicBezTo>
                      <a:cubicBezTo>
                        <a:pt x="520062" y="0"/>
                        <a:pt x="549438" y="18931"/>
                        <a:pt x="570871" y="32749"/>
                      </a:cubicBezTo>
                      <a:cubicBezTo>
                        <a:pt x="588279" y="43991"/>
                        <a:pt x="597890" y="50156"/>
                        <a:pt x="622624" y="50156"/>
                      </a:cubicBezTo>
                      <a:cubicBezTo>
                        <a:pt x="647358" y="50156"/>
                        <a:pt x="656968" y="43955"/>
                        <a:pt x="674376" y="32749"/>
                      </a:cubicBezTo>
                      <a:cubicBezTo>
                        <a:pt x="695810" y="18931"/>
                        <a:pt x="725185" y="0"/>
                        <a:pt x="778243" y="0"/>
                      </a:cubicBezTo>
                      <a:cubicBezTo>
                        <a:pt x="831301" y="0"/>
                        <a:pt x="860677" y="18931"/>
                        <a:pt x="882111" y="32749"/>
                      </a:cubicBezTo>
                      <a:cubicBezTo>
                        <a:pt x="899519" y="43991"/>
                        <a:pt x="909129" y="50156"/>
                        <a:pt x="933863" y="50156"/>
                      </a:cubicBezTo>
                      <a:lnTo>
                        <a:pt x="933863" y="146335"/>
                      </a:lnTo>
                      <a:cubicBezTo>
                        <a:pt x="880805" y="146335"/>
                        <a:pt x="851429" y="127404"/>
                        <a:pt x="829996" y="113587"/>
                      </a:cubicBezTo>
                      <a:cubicBezTo>
                        <a:pt x="812588" y="102344"/>
                        <a:pt x="802977" y="96179"/>
                        <a:pt x="778243" y="96179"/>
                      </a:cubicBezTo>
                      <a:cubicBezTo>
                        <a:pt x="753510" y="96179"/>
                        <a:pt x="743899" y="102380"/>
                        <a:pt x="726491" y="113587"/>
                      </a:cubicBezTo>
                      <a:cubicBezTo>
                        <a:pt x="705058" y="127404"/>
                        <a:pt x="675682" y="146335"/>
                        <a:pt x="622624" y="146335"/>
                      </a:cubicBezTo>
                      <a:cubicBezTo>
                        <a:pt x="569566" y="146335"/>
                        <a:pt x="540190" y="127404"/>
                        <a:pt x="518756" y="113587"/>
                      </a:cubicBezTo>
                      <a:cubicBezTo>
                        <a:pt x="501348" y="102344"/>
                        <a:pt x="491738" y="96179"/>
                        <a:pt x="467004" y="96179"/>
                      </a:cubicBezTo>
                      <a:cubicBezTo>
                        <a:pt x="442270" y="96179"/>
                        <a:pt x="432660" y="102380"/>
                        <a:pt x="415252" y="113587"/>
                      </a:cubicBezTo>
                      <a:cubicBezTo>
                        <a:pt x="393818" y="127404"/>
                        <a:pt x="364442" y="146335"/>
                        <a:pt x="311384" y="146335"/>
                      </a:cubicBezTo>
                      <a:cubicBezTo>
                        <a:pt x="258326" y="146335"/>
                        <a:pt x="228951" y="127404"/>
                        <a:pt x="207481" y="113587"/>
                      </a:cubicBezTo>
                      <a:cubicBezTo>
                        <a:pt x="190073" y="102344"/>
                        <a:pt x="180462" y="96179"/>
                        <a:pt x="155692" y="96179"/>
                      </a:cubicBezTo>
                      <a:cubicBezTo>
                        <a:pt x="130922" y="96179"/>
                        <a:pt x="121348" y="102380"/>
                        <a:pt x="103904" y="113587"/>
                      </a:cubicBezTo>
                      <a:cubicBezTo>
                        <a:pt x="82470" y="127404"/>
                        <a:pt x="53094" y="146335"/>
                        <a:pt x="0" y="146335"/>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 name="Google Shape;14;p2"/>
                <p:cNvSpPr/>
                <p:nvPr/>
              </p:nvSpPr>
              <p:spPr>
                <a:xfrm>
                  <a:off x="540500" y="703082"/>
                  <a:ext cx="1298070" cy="203406"/>
                </a:xfrm>
                <a:custGeom>
                  <a:avLst/>
                  <a:gdLst/>
                  <a:ahLst/>
                  <a:cxnLst/>
                  <a:rect l="l" t="t" r="r" b="b"/>
                  <a:pathLst>
                    <a:path w="933863" h="146335" extrusionOk="0">
                      <a:moveTo>
                        <a:pt x="0" y="146336"/>
                      </a:moveTo>
                      <a:lnTo>
                        <a:pt x="0" y="50157"/>
                      </a:lnTo>
                      <a:cubicBezTo>
                        <a:pt x="24770" y="50157"/>
                        <a:pt x="34344" y="43955"/>
                        <a:pt x="51789" y="32749"/>
                      </a:cubicBezTo>
                      <a:cubicBezTo>
                        <a:pt x="73222" y="18931"/>
                        <a:pt x="102598" y="0"/>
                        <a:pt x="155692" y="0"/>
                      </a:cubicBezTo>
                      <a:cubicBezTo>
                        <a:pt x="208786" y="0"/>
                        <a:pt x="238126" y="18931"/>
                        <a:pt x="259596" y="32749"/>
                      </a:cubicBezTo>
                      <a:cubicBezTo>
                        <a:pt x="277004" y="43991"/>
                        <a:pt x="286614" y="50157"/>
                        <a:pt x="311384" y="50157"/>
                      </a:cubicBezTo>
                      <a:cubicBezTo>
                        <a:pt x="336154" y="50157"/>
                        <a:pt x="345729" y="43955"/>
                        <a:pt x="363137" y="32749"/>
                      </a:cubicBezTo>
                      <a:cubicBezTo>
                        <a:pt x="384570" y="18931"/>
                        <a:pt x="413946" y="0"/>
                        <a:pt x="467004" y="0"/>
                      </a:cubicBezTo>
                      <a:cubicBezTo>
                        <a:pt x="520062" y="0"/>
                        <a:pt x="549438" y="18931"/>
                        <a:pt x="570871" y="32749"/>
                      </a:cubicBezTo>
                      <a:cubicBezTo>
                        <a:pt x="588279" y="43991"/>
                        <a:pt x="597890" y="50157"/>
                        <a:pt x="622624" y="50157"/>
                      </a:cubicBezTo>
                      <a:cubicBezTo>
                        <a:pt x="647358" y="50157"/>
                        <a:pt x="656968" y="43955"/>
                        <a:pt x="674376" y="32749"/>
                      </a:cubicBezTo>
                      <a:cubicBezTo>
                        <a:pt x="695810" y="18931"/>
                        <a:pt x="725185" y="0"/>
                        <a:pt x="778243" y="0"/>
                      </a:cubicBezTo>
                      <a:cubicBezTo>
                        <a:pt x="831301" y="0"/>
                        <a:pt x="860677" y="18931"/>
                        <a:pt x="882111" y="32749"/>
                      </a:cubicBezTo>
                      <a:cubicBezTo>
                        <a:pt x="899519" y="43991"/>
                        <a:pt x="909129" y="50157"/>
                        <a:pt x="933863" y="50157"/>
                      </a:cubicBezTo>
                      <a:lnTo>
                        <a:pt x="933863" y="146336"/>
                      </a:lnTo>
                      <a:cubicBezTo>
                        <a:pt x="880805" y="146336"/>
                        <a:pt x="851429" y="127404"/>
                        <a:pt x="829996" y="113587"/>
                      </a:cubicBezTo>
                      <a:cubicBezTo>
                        <a:pt x="812588" y="102344"/>
                        <a:pt x="802977" y="96179"/>
                        <a:pt x="778243" y="96179"/>
                      </a:cubicBezTo>
                      <a:cubicBezTo>
                        <a:pt x="753510" y="96179"/>
                        <a:pt x="743899" y="102381"/>
                        <a:pt x="726491" y="113587"/>
                      </a:cubicBezTo>
                      <a:cubicBezTo>
                        <a:pt x="705058" y="127404"/>
                        <a:pt x="675682" y="146336"/>
                        <a:pt x="622624" y="146336"/>
                      </a:cubicBezTo>
                      <a:cubicBezTo>
                        <a:pt x="569566" y="146336"/>
                        <a:pt x="540190" y="127404"/>
                        <a:pt x="518756" y="113587"/>
                      </a:cubicBezTo>
                      <a:cubicBezTo>
                        <a:pt x="501348" y="102344"/>
                        <a:pt x="491738" y="96179"/>
                        <a:pt x="467004" y="96179"/>
                      </a:cubicBezTo>
                      <a:cubicBezTo>
                        <a:pt x="442270" y="96179"/>
                        <a:pt x="432660" y="102381"/>
                        <a:pt x="415252" y="113587"/>
                      </a:cubicBezTo>
                      <a:cubicBezTo>
                        <a:pt x="393818" y="127404"/>
                        <a:pt x="364442" y="146336"/>
                        <a:pt x="311384" y="146336"/>
                      </a:cubicBezTo>
                      <a:cubicBezTo>
                        <a:pt x="258326" y="146336"/>
                        <a:pt x="228951" y="127404"/>
                        <a:pt x="207481" y="113587"/>
                      </a:cubicBezTo>
                      <a:cubicBezTo>
                        <a:pt x="190073" y="102344"/>
                        <a:pt x="180462" y="96179"/>
                        <a:pt x="155692" y="96179"/>
                      </a:cubicBezTo>
                      <a:cubicBezTo>
                        <a:pt x="130922" y="96179"/>
                        <a:pt x="121348" y="102381"/>
                        <a:pt x="103904" y="113587"/>
                      </a:cubicBezTo>
                      <a:cubicBezTo>
                        <a:pt x="82470" y="127404"/>
                        <a:pt x="53094" y="146336"/>
                        <a:pt x="0" y="146336"/>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Google Shape;15;p2"/>
              <p:cNvSpPr/>
              <p:nvPr/>
            </p:nvSpPr>
            <p:spPr>
              <a:xfrm>
                <a:off x="1062502" y="4584750"/>
                <a:ext cx="418382" cy="418382"/>
              </a:xfrm>
              <a:custGeom>
                <a:avLst/>
                <a:gdLst/>
                <a:ahLst/>
                <a:cxnLst/>
                <a:rect l="l" t="t" r="r" b="b"/>
                <a:pathLst>
                  <a:path w="342936" h="342936" extrusionOk="0">
                    <a:moveTo>
                      <a:pt x="171468" y="0"/>
                    </a:moveTo>
                    <a:cubicBezTo>
                      <a:pt x="76776" y="0"/>
                      <a:pt x="0" y="76776"/>
                      <a:pt x="0" y="171468"/>
                    </a:cubicBezTo>
                    <a:cubicBezTo>
                      <a:pt x="0" y="266160"/>
                      <a:pt x="76776" y="342936"/>
                      <a:pt x="171468" y="342936"/>
                    </a:cubicBezTo>
                    <a:cubicBezTo>
                      <a:pt x="266160" y="342936"/>
                      <a:pt x="342936" y="266160"/>
                      <a:pt x="342936" y="171468"/>
                    </a:cubicBezTo>
                    <a:cubicBezTo>
                      <a:pt x="342936" y="76776"/>
                      <a:pt x="266160" y="0"/>
                      <a:pt x="171468" y="0"/>
                    </a:cubicBezTo>
                    <a:close/>
                    <a:moveTo>
                      <a:pt x="171468" y="281863"/>
                    </a:moveTo>
                    <a:cubicBezTo>
                      <a:pt x="110504" y="281863"/>
                      <a:pt x="61073" y="232432"/>
                      <a:pt x="61073" y="171468"/>
                    </a:cubicBezTo>
                    <a:cubicBezTo>
                      <a:pt x="61073" y="110504"/>
                      <a:pt x="110504" y="61073"/>
                      <a:pt x="171468" y="61073"/>
                    </a:cubicBezTo>
                    <a:cubicBezTo>
                      <a:pt x="232432" y="61073"/>
                      <a:pt x="281863" y="110504"/>
                      <a:pt x="281863" y="171468"/>
                    </a:cubicBezTo>
                    <a:cubicBezTo>
                      <a:pt x="281863" y="232432"/>
                      <a:pt x="232432" y="281863"/>
                      <a:pt x="171468" y="281863"/>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6" name="Google Shape;16;p2"/>
              <p:cNvGrpSpPr/>
              <p:nvPr/>
            </p:nvGrpSpPr>
            <p:grpSpPr>
              <a:xfrm>
                <a:off x="8653822" y="421334"/>
                <a:ext cx="1085831" cy="675413"/>
                <a:chOff x="4274895" y="3528397"/>
                <a:chExt cx="740272" cy="460467"/>
              </a:xfrm>
            </p:grpSpPr>
            <p:sp>
              <p:nvSpPr>
                <p:cNvPr id="17" name="Google Shape;17;p2"/>
                <p:cNvSpPr/>
                <p:nvPr/>
              </p:nvSpPr>
              <p:spPr>
                <a:xfrm>
                  <a:off x="4274895"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18;p2"/>
                <p:cNvSpPr/>
                <p:nvPr/>
              </p:nvSpPr>
              <p:spPr>
                <a:xfrm>
                  <a:off x="4410106"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 name="Google Shape;19;p2"/>
                <p:cNvSpPr/>
                <p:nvPr/>
              </p:nvSpPr>
              <p:spPr>
                <a:xfrm>
                  <a:off x="4545290"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 name="Google Shape;20;p2"/>
                <p:cNvSpPr/>
                <p:nvPr/>
              </p:nvSpPr>
              <p:spPr>
                <a:xfrm>
                  <a:off x="4680500"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 name="Google Shape;21;p2"/>
                <p:cNvSpPr/>
                <p:nvPr/>
              </p:nvSpPr>
              <p:spPr>
                <a:xfrm>
                  <a:off x="4815711"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 name="Google Shape;22;p2"/>
                <p:cNvSpPr/>
                <p:nvPr/>
              </p:nvSpPr>
              <p:spPr>
                <a:xfrm>
                  <a:off x="4950513"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23" name="Google Shape;23;p2"/>
              <p:cNvGrpSpPr/>
              <p:nvPr/>
            </p:nvGrpSpPr>
            <p:grpSpPr>
              <a:xfrm>
                <a:off x="1659272" y="-160021"/>
                <a:ext cx="1425966" cy="712982"/>
                <a:chOff x="6083802" y="754477"/>
                <a:chExt cx="1350730" cy="675364"/>
              </a:xfrm>
            </p:grpSpPr>
            <p:sp>
              <p:nvSpPr>
                <p:cNvPr id="24" name="Google Shape;24;p2"/>
                <p:cNvSpPr/>
                <p:nvPr/>
              </p:nvSpPr>
              <p:spPr>
                <a:xfrm>
                  <a:off x="6083802" y="754477"/>
                  <a:ext cx="1350730" cy="675364"/>
                </a:xfrm>
                <a:custGeom>
                  <a:avLst/>
                  <a:gdLst/>
                  <a:ahLst/>
                  <a:cxnLst/>
                  <a:rect l="l" t="t" r="r" b="b"/>
                  <a:pathLst>
                    <a:path w="1203323" h="601661" extrusionOk="0">
                      <a:moveTo>
                        <a:pt x="1101196" y="0"/>
                      </a:moveTo>
                      <a:cubicBezTo>
                        <a:pt x="1101196" y="275880"/>
                        <a:pt x="877541" y="499535"/>
                        <a:pt x="601661" y="499535"/>
                      </a:cubicBezTo>
                      <a:cubicBezTo>
                        <a:pt x="325782" y="499535"/>
                        <a:pt x="102126" y="275880"/>
                        <a:pt x="102126" y="0"/>
                      </a:cubicBezTo>
                      <a:lnTo>
                        <a:pt x="0" y="0"/>
                      </a:lnTo>
                      <a:cubicBezTo>
                        <a:pt x="0" y="332274"/>
                        <a:pt x="269388" y="601662"/>
                        <a:pt x="601661" y="601662"/>
                      </a:cubicBezTo>
                      <a:cubicBezTo>
                        <a:pt x="933936" y="601662"/>
                        <a:pt x="1203324" y="332274"/>
                        <a:pt x="1203324" y="0"/>
                      </a:cubicBezTo>
                      <a:lnTo>
                        <a:pt x="110119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 name="Google Shape;25;p2"/>
                <p:cNvSpPr/>
                <p:nvPr/>
              </p:nvSpPr>
              <p:spPr>
                <a:xfrm>
                  <a:off x="6393993" y="754477"/>
                  <a:ext cx="776975" cy="388487"/>
                </a:xfrm>
                <a:custGeom>
                  <a:avLst/>
                  <a:gdLst/>
                  <a:ahLst/>
                  <a:cxnLst/>
                  <a:rect l="l" t="t" r="r" b="b"/>
                  <a:pathLst>
                    <a:path w="692183" h="346091" extrusionOk="0">
                      <a:moveTo>
                        <a:pt x="346091" y="222858"/>
                      </a:moveTo>
                      <a:cubicBezTo>
                        <a:pt x="223003" y="222858"/>
                        <a:pt x="123234" y="123089"/>
                        <a:pt x="123234" y="0"/>
                      </a:cubicBezTo>
                      <a:lnTo>
                        <a:pt x="0" y="0"/>
                      </a:lnTo>
                      <a:cubicBezTo>
                        <a:pt x="0" y="191161"/>
                        <a:pt x="154967" y="346091"/>
                        <a:pt x="346091" y="346091"/>
                      </a:cubicBezTo>
                      <a:cubicBezTo>
                        <a:pt x="537216" y="346091"/>
                        <a:pt x="692183" y="191125"/>
                        <a:pt x="692183" y="0"/>
                      </a:cubicBezTo>
                      <a:lnTo>
                        <a:pt x="568949" y="0"/>
                      </a:lnTo>
                      <a:cubicBezTo>
                        <a:pt x="568949" y="123089"/>
                        <a:pt x="469180" y="222858"/>
                        <a:pt x="346091" y="222858"/>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6" name="Google Shape;26;p2"/>
              <p:cNvSpPr/>
              <p:nvPr/>
            </p:nvSpPr>
            <p:spPr>
              <a:xfrm>
                <a:off x="6533780" y="4251802"/>
                <a:ext cx="337509" cy="337509"/>
              </a:xfrm>
              <a:custGeom>
                <a:avLst/>
                <a:gdLst/>
                <a:ahLst/>
                <a:cxnLst/>
                <a:rect l="l" t="t" r="r" b="b"/>
                <a:pathLst>
                  <a:path w="207698" h="207698" extrusionOk="0">
                    <a:moveTo>
                      <a:pt x="207698" y="89035"/>
                    </a:moveTo>
                    <a:lnTo>
                      <a:pt x="139590" y="89035"/>
                    </a:lnTo>
                    <a:lnTo>
                      <a:pt x="187752" y="40909"/>
                    </a:lnTo>
                    <a:lnTo>
                      <a:pt x="166790" y="19947"/>
                    </a:lnTo>
                    <a:lnTo>
                      <a:pt x="118664" y="68072"/>
                    </a:lnTo>
                    <a:lnTo>
                      <a:pt x="118664" y="0"/>
                    </a:lnTo>
                    <a:lnTo>
                      <a:pt x="89034" y="0"/>
                    </a:lnTo>
                    <a:lnTo>
                      <a:pt x="89034" y="68072"/>
                    </a:lnTo>
                    <a:lnTo>
                      <a:pt x="40872" y="19947"/>
                    </a:lnTo>
                    <a:lnTo>
                      <a:pt x="19947" y="40909"/>
                    </a:lnTo>
                    <a:lnTo>
                      <a:pt x="68072" y="89035"/>
                    </a:lnTo>
                    <a:lnTo>
                      <a:pt x="0" y="89035"/>
                    </a:lnTo>
                    <a:lnTo>
                      <a:pt x="0" y="118664"/>
                    </a:lnTo>
                    <a:lnTo>
                      <a:pt x="68072" y="118664"/>
                    </a:lnTo>
                    <a:lnTo>
                      <a:pt x="19947" y="166790"/>
                    </a:lnTo>
                    <a:lnTo>
                      <a:pt x="40872" y="187752"/>
                    </a:lnTo>
                    <a:lnTo>
                      <a:pt x="89034" y="139626"/>
                    </a:lnTo>
                    <a:lnTo>
                      <a:pt x="89034" y="207698"/>
                    </a:lnTo>
                    <a:lnTo>
                      <a:pt x="118664" y="207698"/>
                    </a:lnTo>
                    <a:lnTo>
                      <a:pt x="118664" y="139626"/>
                    </a:lnTo>
                    <a:lnTo>
                      <a:pt x="166790" y="187752"/>
                    </a:lnTo>
                    <a:lnTo>
                      <a:pt x="187752" y="166790"/>
                    </a:lnTo>
                    <a:lnTo>
                      <a:pt x="139590" y="118664"/>
                    </a:lnTo>
                    <a:lnTo>
                      <a:pt x="207698" y="118664"/>
                    </a:lnTo>
                    <a:lnTo>
                      <a:pt x="207698" y="89035"/>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7" name="Google Shape;27;p2"/>
              <p:cNvSpPr/>
              <p:nvPr/>
            </p:nvSpPr>
            <p:spPr>
              <a:xfrm>
                <a:off x="7252996" y="444356"/>
                <a:ext cx="249385" cy="249425"/>
              </a:xfrm>
              <a:custGeom>
                <a:avLst/>
                <a:gdLst/>
                <a:ahLst/>
                <a:cxnLst/>
                <a:rect l="l" t="t" r="r" b="b"/>
                <a:pathLst>
                  <a:path w="224671" h="224707" extrusionOk="0">
                    <a:moveTo>
                      <a:pt x="224671" y="96324"/>
                    </a:moveTo>
                    <a:lnTo>
                      <a:pt x="128384" y="96324"/>
                    </a:lnTo>
                    <a:lnTo>
                      <a:pt x="128384" y="0"/>
                    </a:lnTo>
                    <a:lnTo>
                      <a:pt x="96324" y="0"/>
                    </a:lnTo>
                    <a:lnTo>
                      <a:pt x="96324" y="96324"/>
                    </a:lnTo>
                    <a:lnTo>
                      <a:pt x="0" y="96324"/>
                    </a:lnTo>
                    <a:lnTo>
                      <a:pt x="0" y="128384"/>
                    </a:lnTo>
                    <a:lnTo>
                      <a:pt x="96324" y="128384"/>
                    </a:lnTo>
                    <a:lnTo>
                      <a:pt x="96324" y="224707"/>
                    </a:lnTo>
                    <a:lnTo>
                      <a:pt x="128384" y="224707"/>
                    </a:lnTo>
                    <a:lnTo>
                      <a:pt x="128384" y="128384"/>
                    </a:lnTo>
                    <a:lnTo>
                      <a:pt x="224671" y="128384"/>
                    </a:lnTo>
                    <a:lnTo>
                      <a:pt x="224671" y="96324"/>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 name="Google Shape;28;p2"/>
              <p:cNvSpPr/>
              <p:nvPr/>
            </p:nvSpPr>
            <p:spPr>
              <a:xfrm>
                <a:off x="8423526" y="4385303"/>
                <a:ext cx="2165703" cy="1082851"/>
              </a:xfrm>
              <a:custGeom>
                <a:avLst/>
                <a:gdLst/>
                <a:ahLst/>
                <a:cxnLst/>
                <a:rect l="l" t="t" r="r" b="b"/>
                <a:pathLst>
                  <a:path w="1070805" h="535402" extrusionOk="0">
                    <a:moveTo>
                      <a:pt x="90884" y="535403"/>
                    </a:moveTo>
                    <a:cubicBezTo>
                      <a:pt x="90884" y="289915"/>
                      <a:pt x="289914" y="90884"/>
                      <a:pt x="535402" y="90884"/>
                    </a:cubicBezTo>
                    <a:cubicBezTo>
                      <a:pt x="780890" y="90884"/>
                      <a:pt x="979921" y="289915"/>
                      <a:pt x="979921" y="535403"/>
                    </a:cubicBezTo>
                    <a:lnTo>
                      <a:pt x="1070806" y="535403"/>
                    </a:lnTo>
                    <a:cubicBezTo>
                      <a:pt x="1070806" y="239722"/>
                      <a:pt x="831120" y="0"/>
                      <a:pt x="535402" y="0"/>
                    </a:cubicBezTo>
                    <a:cubicBezTo>
                      <a:pt x="239685" y="0"/>
                      <a:pt x="0" y="239685"/>
                      <a:pt x="0" y="535403"/>
                    </a:cubicBezTo>
                    <a:lnTo>
                      <a:pt x="90884" y="535403"/>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 name="Google Shape;29;p2"/>
              <p:cNvSpPr/>
              <p:nvPr/>
            </p:nvSpPr>
            <p:spPr>
              <a:xfrm>
                <a:off x="9023063" y="4984914"/>
                <a:ext cx="964834" cy="482415"/>
              </a:xfrm>
              <a:custGeom>
                <a:avLst/>
                <a:gdLst/>
                <a:ahLst/>
                <a:cxnLst/>
                <a:rect l="l" t="t" r="r" b="b"/>
                <a:pathLst>
                  <a:path w="477050" h="238524" extrusionOk="0">
                    <a:moveTo>
                      <a:pt x="238525" y="84936"/>
                    </a:moveTo>
                    <a:cubicBezTo>
                      <a:pt x="323353" y="84936"/>
                      <a:pt x="392114" y="153698"/>
                      <a:pt x="392114" y="238525"/>
                    </a:cubicBezTo>
                    <a:lnTo>
                      <a:pt x="477050" y="238525"/>
                    </a:lnTo>
                    <a:cubicBezTo>
                      <a:pt x="477050" y="106805"/>
                      <a:pt x="370282" y="0"/>
                      <a:pt x="238525" y="0"/>
                    </a:cubicBezTo>
                    <a:cubicBezTo>
                      <a:pt x="106769" y="0"/>
                      <a:pt x="0" y="106769"/>
                      <a:pt x="0" y="238525"/>
                    </a:cubicBezTo>
                    <a:lnTo>
                      <a:pt x="84937" y="238525"/>
                    </a:lnTo>
                    <a:cubicBezTo>
                      <a:pt x="84937" y="153698"/>
                      <a:pt x="153698" y="84936"/>
                      <a:pt x="238525" y="84936"/>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0" name="Google Shape;30;p2"/>
              <p:cNvSpPr/>
              <p:nvPr/>
            </p:nvSpPr>
            <p:spPr>
              <a:xfrm>
                <a:off x="7021176" y="4251788"/>
                <a:ext cx="713012" cy="713012"/>
              </a:xfrm>
              <a:custGeom>
                <a:avLst/>
                <a:gdLst/>
                <a:ahLst/>
                <a:cxnLst/>
                <a:rect l="l" t="t" r="r" b="b"/>
                <a:pathLst>
                  <a:path w="836378" h="836378" extrusionOk="0">
                    <a:moveTo>
                      <a:pt x="836379" y="418189"/>
                    </a:moveTo>
                    <a:cubicBezTo>
                      <a:pt x="836379" y="649149"/>
                      <a:pt x="649149" y="836379"/>
                      <a:pt x="418189" y="836379"/>
                    </a:cubicBezTo>
                    <a:cubicBezTo>
                      <a:pt x="187229" y="836379"/>
                      <a:pt x="0" y="649149"/>
                      <a:pt x="0" y="418189"/>
                    </a:cubicBezTo>
                    <a:cubicBezTo>
                      <a:pt x="0" y="187230"/>
                      <a:pt x="187229" y="0"/>
                      <a:pt x="418189" y="0"/>
                    </a:cubicBezTo>
                    <a:cubicBezTo>
                      <a:pt x="649149" y="0"/>
                      <a:pt x="836379" y="187230"/>
                      <a:pt x="836379" y="418189"/>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sp>
        <p:nvSpPr>
          <p:cNvPr id="31" name="Google Shape;31;p2"/>
          <p:cNvSpPr txBox="1">
            <a:spLocks noGrp="1"/>
          </p:cNvSpPr>
          <p:nvPr>
            <p:ph type="ctrTitle"/>
          </p:nvPr>
        </p:nvSpPr>
        <p:spPr>
          <a:xfrm>
            <a:off x="847450" y="1594800"/>
            <a:ext cx="5992500" cy="1953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2"/>
        <p:cNvGrpSpPr/>
        <p:nvPr/>
      </p:nvGrpSpPr>
      <p:grpSpPr>
        <a:xfrm>
          <a:off x="0" y="0"/>
          <a:ext cx="0" cy="0"/>
          <a:chOff x="0" y="0"/>
          <a:chExt cx="0" cy="0"/>
        </a:xfrm>
      </p:grpSpPr>
      <p:grpSp>
        <p:nvGrpSpPr>
          <p:cNvPr id="33" name="Google Shape;33;p3"/>
          <p:cNvGrpSpPr/>
          <p:nvPr/>
        </p:nvGrpSpPr>
        <p:grpSpPr>
          <a:xfrm>
            <a:off x="-2758140" y="-1557508"/>
            <a:ext cx="14660280" cy="6867999"/>
            <a:chOff x="-2758140" y="-1557508"/>
            <a:chExt cx="14660280" cy="6867999"/>
          </a:xfrm>
        </p:grpSpPr>
        <p:grpSp>
          <p:nvGrpSpPr>
            <p:cNvPr id="34" name="Google Shape;34;p3"/>
            <p:cNvGrpSpPr/>
            <p:nvPr/>
          </p:nvGrpSpPr>
          <p:grpSpPr>
            <a:xfrm>
              <a:off x="-2758140" y="-1557508"/>
              <a:ext cx="14660280" cy="2441322"/>
              <a:chOff x="-3148866" y="-1557508"/>
              <a:chExt cx="14660280" cy="2441322"/>
            </a:xfrm>
          </p:grpSpPr>
          <p:sp>
            <p:nvSpPr>
              <p:cNvPr id="35" name="Google Shape;35;p3"/>
              <p:cNvSpPr/>
              <p:nvPr/>
            </p:nvSpPr>
            <p:spPr>
              <a:xfrm rot="-5400000">
                <a:off x="-316424" y="-43899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6" name="Google Shape;36;p3"/>
              <p:cNvSpPr/>
              <p:nvPr/>
            </p:nvSpPr>
            <p:spPr>
              <a:xfrm rot="-5400000">
                <a:off x="6237651" y="-43899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7" name="Google Shape;37;p3"/>
            <p:cNvGrpSpPr/>
            <p:nvPr/>
          </p:nvGrpSpPr>
          <p:grpSpPr>
            <a:xfrm>
              <a:off x="93902" y="-585149"/>
              <a:ext cx="8806826" cy="5895640"/>
              <a:chOff x="93902" y="-585149"/>
              <a:chExt cx="8806826" cy="5895640"/>
            </a:xfrm>
          </p:grpSpPr>
          <p:sp>
            <p:nvSpPr>
              <p:cNvPr id="38" name="Google Shape;38;p3"/>
              <p:cNvSpPr/>
              <p:nvPr/>
            </p:nvSpPr>
            <p:spPr>
              <a:xfrm flipH="1">
                <a:off x="461786" y="980024"/>
                <a:ext cx="251315" cy="251315"/>
              </a:xfrm>
              <a:custGeom>
                <a:avLst/>
                <a:gdLst/>
                <a:ahLst/>
                <a:cxnLst/>
                <a:rect l="l" t="t" r="r" b="b"/>
                <a:pathLst>
                  <a:path w="207698" h="207698" extrusionOk="0">
                    <a:moveTo>
                      <a:pt x="207698" y="89035"/>
                    </a:moveTo>
                    <a:lnTo>
                      <a:pt x="139590" y="89035"/>
                    </a:lnTo>
                    <a:lnTo>
                      <a:pt x="187752" y="40909"/>
                    </a:lnTo>
                    <a:lnTo>
                      <a:pt x="166790" y="19947"/>
                    </a:lnTo>
                    <a:lnTo>
                      <a:pt x="118664" y="68072"/>
                    </a:lnTo>
                    <a:lnTo>
                      <a:pt x="118664" y="0"/>
                    </a:lnTo>
                    <a:lnTo>
                      <a:pt x="89034" y="0"/>
                    </a:lnTo>
                    <a:lnTo>
                      <a:pt x="89034" y="68072"/>
                    </a:lnTo>
                    <a:lnTo>
                      <a:pt x="40872" y="19947"/>
                    </a:lnTo>
                    <a:lnTo>
                      <a:pt x="19947" y="40909"/>
                    </a:lnTo>
                    <a:lnTo>
                      <a:pt x="68072" y="89035"/>
                    </a:lnTo>
                    <a:lnTo>
                      <a:pt x="0" y="89035"/>
                    </a:lnTo>
                    <a:lnTo>
                      <a:pt x="0" y="118664"/>
                    </a:lnTo>
                    <a:lnTo>
                      <a:pt x="68072" y="118664"/>
                    </a:lnTo>
                    <a:lnTo>
                      <a:pt x="19947" y="166790"/>
                    </a:lnTo>
                    <a:lnTo>
                      <a:pt x="40872" y="187752"/>
                    </a:lnTo>
                    <a:lnTo>
                      <a:pt x="89034" y="139626"/>
                    </a:lnTo>
                    <a:lnTo>
                      <a:pt x="89034" y="207698"/>
                    </a:lnTo>
                    <a:lnTo>
                      <a:pt x="118664" y="207698"/>
                    </a:lnTo>
                    <a:lnTo>
                      <a:pt x="118664" y="139626"/>
                    </a:lnTo>
                    <a:lnTo>
                      <a:pt x="166790" y="187752"/>
                    </a:lnTo>
                    <a:lnTo>
                      <a:pt x="187752" y="166790"/>
                    </a:lnTo>
                    <a:lnTo>
                      <a:pt x="139590" y="118664"/>
                    </a:lnTo>
                    <a:lnTo>
                      <a:pt x="207698" y="118664"/>
                    </a:lnTo>
                    <a:lnTo>
                      <a:pt x="207698" y="89035"/>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39" name="Google Shape;39;p3"/>
              <p:cNvGrpSpPr/>
              <p:nvPr/>
            </p:nvGrpSpPr>
            <p:grpSpPr>
              <a:xfrm rot="5400000">
                <a:off x="8024436" y="1550521"/>
                <a:ext cx="1275844" cy="476741"/>
                <a:chOff x="1029776" y="-2882299"/>
                <a:chExt cx="700397" cy="261744"/>
              </a:xfrm>
            </p:grpSpPr>
            <p:sp>
              <p:nvSpPr>
                <p:cNvPr id="40" name="Google Shape;40;p3"/>
                <p:cNvSpPr/>
                <p:nvPr/>
              </p:nvSpPr>
              <p:spPr>
                <a:xfrm>
                  <a:off x="1029776" y="-2882299"/>
                  <a:ext cx="700397" cy="109751"/>
                </a:xfrm>
                <a:custGeom>
                  <a:avLst/>
                  <a:gdLst/>
                  <a:ahLst/>
                  <a:cxnLst/>
                  <a:rect l="l" t="t" r="r" b="b"/>
                  <a:pathLst>
                    <a:path w="933863" h="146335" extrusionOk="0">
                      <a:moveTo>
                        <a:pt x="0" y="146335"/>
                      </a:moveTo>
                      <a:lnTo>
                        <a:pt x="0" y="50156"/>
                      </a:lnTo>
                      <a:cubicBezTo>
                        <a:pt x="24770" y="50156"/>
                        <a:pt x="34344" y="43955"/>
                        <a:pt x="51789" y="32749"/>
                      </a:cubicBezTo>
                      <a:cubicBezTo>
                        <a:pt x="73222" y="18931"/>
                        <a:pt x="102598" y="0"/>
                        <a:pt x="155692" y="0"/>
                      </a:cubicBezTo>
                      <a:cubicBezTo>
                        <a:pt x="208786" y="0"/>
                        <a:pt x="238126" y="18931"/>
                        <a:pt x="259596" y="32749"/>
                      </a:cubicBezTo>
                      <a:cubicBezTo>
                        <a:pt x="277004" y="43991"/>
                        <a:pt x="286614" y="50156"/>
                        <a:pt x="311384" y="50156"/>
                      </a:cubicBezTo>
                      <a:cubicBezTo>
                        <a:pt x="336154" y="50156"/>
                        <a:pt x="345729" y="43955"/>
                        <a:pt x="363137" y="32749"/>
                      </a:cubicBezTo>
                      <a:cubicBezTo>
                        <a:pt x="384570" y="18931"/>
                        <a:pt x="413946" y="0"/>
                        <a:pt x="467004" y="0"/>
                      </a:cubicBezTo>
                      <a:cubicBezTo>
                        <a:pt x="520062" y="0"/>
                        <a:pt x="549438" y="18931"/>
                        <a:pt x="570871" y="32749"/>
                      </a:cubicBezTo>
                      <a:cubicBezTo>
                        <a:pt x="588279" y="43991"/>
                        <a:pt x="597890" y="50156"/>
                        <a:pt x="622624" y="50156"/>
                      </a:cubicBezTo>
                      <a:cubicBezTo>
                        <a:pt x="647358" y="50156"/>
                        <a:pt x="656968" y="43955"/>
                        <a:pt x="674376" y="32749"/>
                      </a:cubicBezTo>
                      <a:cubicBezTo>
                        <a:pt x="695810" y="18931"/>
                        <a:pt x="725185" y="0"/>
                        <a:pt x="778243" y="0"/>
                      </a:cubicBezTo>
                      <a:cubicBezTo>
                        <a:pt x="831301" y="0"/>
                        <a:pt x="860677" y="18931"/>
                        <a:pt x="882111" y="32749"/>
                      </a:cubicBezTo>
                      <a:cubicBezTo>
                        <a:pt x="899519" y="43991"/>
                        <a:pt x="909129" y="50156"/>
                        <a:pt x="933863" y="50156"/>
                      </a:cubicBezTo>
                      <a:lnTo>
                        <a:pt x="933863" y="146335"/>
                      </a:lnTo>
                      <a:cubicBezTo>
                        <a:pt x="880805" y="146335"/>
                        <a:pt x="851429" y="127404"/>
                        <a:pt x="829996" y="113587"/>
                      </a:cubicBezTo>
                      <a:cubicBezTo>
                        <a:pt x="812588" y="102344"/>
                        <a:pt x="802977" y="96179"/>
                        <a:pt x="778243" y="96179"/>
                      </a:cubicBezTo>
                      <a:cubicBezTo>
                        <a:pt x="753510" y="96179"/>
                        <a:pt x="743899" y="102380"/>
                        <a:pt x="726491" y="113587"/>
                      </a:cubicBezTo>
                      <a:cubicBezTo>
                        <a:pt x="705058" y="127404"/>
                        <a:pt x="675682" y="146335"/>
                        <a:pt x="622624" y="146335"/>
                      </a:cubicBezTo>
                      <a:cubicBezTo>
                        <a:pt x="569566" y="146335"/>
                        <a:pt x="540190" y="127404"/>
                        <a:pt x="518756" y="113587"/>
                      </a:cubicBezTo>
                      <a:cubicBezTo>
                        <a:pt x="501348" y="102344"/>
                        <a:pt x="491738" y="96179"/>
                        <a:pt x="467004" y="96179"/>
                      </a:cubicBezTo>
                      <a:cubicBezTo>
                        <a:pt x="442270" y="96179"/>
                        <a:pt x="432660" y="102380"/>
                        <a:pt x="415252" y="113587"/>
                      </a:cubicBezTo>
                      <a:cubicBezTo>
                        <a:pt x="393818" y="127404"/>
                        <a:pt x="364442" y="146335"/>
                        <a:pt x="311384" y="146335"/>
                      </a:cubicBezTo>
                      <a:cubicBezTo>
                        <a:pt x="258326" y="146335"/>
                        <a:pt x="228951" y="127404"/>
                        <a:pt x="207481" y="113587"/>
                      </a:cubicBezTo>
                      <a:cubicBezTo>
                        <a:pt x="190073" y="102344"/>
                        <a:pt x="180462" y="96179"/>
                        <a:pt x="155692" y="96179"/>
                      </a:cubicBezTo>
                      <a:cubicBezTo>
                        <a:pt x="130922" y="96179"/>
                        <a:pt x="121348" y="102380"/>
                        <a:pt x="103904" y="113587"/>
                      </a:cubicBezTo>
                      <a:cubicBezTo>
                        <a:pt x="82470" y="127404"/>
                        <a:pt x="53094" y="146335"/>
                        <a:pt x="0" y="146335"/>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1" name="Google Shape;41;p3"/>
                <p:cNvSpPr/>
                <p:nvPr/>
              </p:nvSpPr>
              <p:spPr>
                <a:xfrm>
                  <a:off x="1029776" y="-2730306"/>
                  <a:ext cx="700397" cy="109751"/>
                </a:xfrm>
                <a:custGeom>
                  <a:avLst/>
                  <a:gdLst/>
                  <a:ahLst/>
                  <a:cxnLst/>
                  <a:rect l="l" t="t" r="r" b="b"/>
                  <a:pathLst>
                    <a:path w="933863" h="146335" extrusionOk="0">
                      <a:moveTo>
                        <a:pt x="0" y="146336"/>
                      </a:moveTo>
                      <a:lnTo>
                        <a:pt x="0" y="50157"/>
                      </a:lnTo>
                      <a:cubicBezTo>
                        <a:pt x="24770" y="50157"/>
                        <a:pt x="34344" y="43955"/>
                        <a:pt x="51789" y="32749"/>
                      </a:cubicBezTo>
                      <a:cubicBezTo>
                        <a:pt x="73222" y="18931"/>
                        <a:pt x="102598" y="0"/>
                        <a:pt x="155692" y="0"/>
                      </a:cubicBezTo>
                      <a:cubicBezTo>
                        <a:pt x="208786" y="0"/>
                        <a:pt x="238126" y="18931"/>
                        <a:pt x="259596" y="32749"/>
                      </a:cubicBezTo>
                      <a:cubicBezTo>
                        <a:pt x="277004" y="43991"/>
                        <a:pt x="286614" y="50157"/>
                        <a:pt x="311384" y="50157"/>
                      </a:cubicBezTo>
                      <a:cubicBezTo>
                        <a:pt x="336154" y="50157"/>
                        <a:pt x="345729" y="43955"/>
                        <a:pt x="363137" y="32749"/>
                      </a:cubicBezTo>
                      <a:cubicBezTo>
                        <a:pt x="384570" y="18931"/>
                        <a:pt x="413946" y="0"/>
                        <a:pt x="467004" y="0"/>
                      </a:cubicBezTo>
                      <a:cubicBezTo>
                        <a:pt x="520062" y="0"/>
                        <a:pt x="549438" y="18931"/>
                        <a:pt x="570871" y="32749"/>
                      </a:cubicBezTo>
                      <a:cubicBezTo>
                        <a:pt x="588279" y="43991"/>
                        <a:pt x="597890" y="50157"/>
                        <a:pt x="622624" y="50157"/>
                      </a:cubicBezTo>
                      <a:cubicBezTo>
                        <a:pt x="647358" y="50157"/>
                        <a:pt x="656968" y="43955"/>
                        <a:pt x="674376" y="32749"/>
                      </a:cubicBezTo>
                      <a:cubicBezTo>
                        <a:pt x="695810" y="18931"/>
                        <a:pt x="725185" y="0"/>
                        <a:pt x="778243" y="0"/>
                      </a:cubicBezTo>
                      <a:cubicBezTo>
                        <a:pt x="831301" y="0"/>
                        <a:pt x="860677" y="18931"/>
                        <a:pt x="882111" y="32749"/>
                      </a:cubicBezTo>
                      <a:cubicBezTo>
                        <a:pt x="899519" y="43991"/>
                        <a:pt x="909129" y="50157"/>
                        <a:pt x="933863" y="50157"/>
                      </a:cubicBezTo>
                      <a:lnTo>
                        <a:pt x="933863" y="146336"/>
                      </a:lnTo>
                      <a:cubicBezTo>
                        <a:pt x="880805" y="146336"/>
                        <a:pt x="851429" y="127404"/>
                        <a:pt x="829996" y="113587"/>
                      </a:cubicBezTo>
                      <a:cubicBezTo>
                        <a:pt x="812588" y="102344"/>
                        <a:pt x="802977" y="96179"/>
                        <a:pt x="778243" y="96179"/>
                      </a:cubicBezTo>
                      <a:cubicBezTo>
                        <a:pt x="753510" y="96179"/>
                        <a:pt x="743899" y="102381"/>
                        <a:pt x="726491" y="113587"/>
                      </a:cubicBezTo>
                      <a:cubicBezTo>
                        <a:pt x="705058" y="127404"/>
                        <a:pt x="675682" y="146336"/>
                        <a:pt x="622624" y="146336"/>
                      </a:cubicBezTo>
                      <a:cubicBezTo>
                        <a:pt x="569566" y="146336"/>
                        <a:pt x="540190" y="127404"/>
                        <a:pt x="518756" y="113587"/>
                      </a:cubicBezTo>
                      <a:cubicBezTo>
                        <a:pt x="501348" y="102344"/>
                        <a:pt x="491738" y="96179"/>
                        <a:pt x="467004" y="96179"/>
                      </a:cubicBezTo>
                      <a:cubicBezTo>
                        <a:pt x="442270" y="96179"/>
                        <a:pt x="432660" y="102381"/>
                        <a:pt x="415252" y="113587"/>
                      </a:cubicBezTo>
                      <a:cubicBezTo>
                        <a:pt x="393818" y="127404"/>
                        <a:pt x="364442" y="146336"/>
                        <a:pt x="311384" y="146336"/>
                      </a:cubicBezTo>
                      <a:cubicBezTo>
                        <a:pt x="258326" y="146336"/>
                        <a:pt x="228951" y="127404"/>
                        <a:pt x="207481" y="113587"/>
                      </a:cubicBezTo>
                      <a:cubicBezTo>
                        <a:pt x="190073" y="102344"/>
                        <a:pt x="180462" y="96179"/>
                        <a:pt x="155692" y="96179"/>
                      </a:cubicBezTo>
                      <a:cubicBezTo>
                        <a:pt x="130922" y="96179"/>
                        <a:pt x="121348" y="102381"/>
                        <a:pt x="103904" y="113587"/>
                      </a:cubicBezTo>
                      <a:cubicBezTo>
                        <a:pt x="82470" y="127404"/>
                        <a:pt x="53094" y="146336"/>
                        <a:pt x="0" y="146336"/>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42" name="Google Shape;42;p3"/>
              <p:cNvSpPr/>
              <p:nvPr/>
            </p:nvSpPr>
            <p:spPr>
              <a:xfrm flipH="1">
                <a:off x="8185693" y="4262963"/>
                <a:ext cx="476681" cy="476681"/>
              </a:xfrm>
              <a:custGeom>
                <a:avLst/>
                <a:gdLst/>
                <a:ahLst/>
                <a:cxnLst/>
                <a:rect l="l" t="t" r="r" b="b"/>
                <a:pathLst>
                  <a:path w="342936" h="342936" extrusionOk="0">
                    <a:moveTo>
                      <a:pt x="171468" y="0"/>
                    </a:moveTo>
                    <a:cubicBezTo>
                      <a:pt x="76776" y="0"/>
                      <a:pt x="0" y="76776"/>
                      <a:pt x="0" y="171468"/>
                    </a:cubicBezTo>
                    <a:cubicBezTo>
                      <a:pt x="0" y="266160"/>
                      <a:pt x="76776" y="342936"/>
                      <a:pt x="171468" y="342936"/>
                    </a:cubicBezTo>
                    <a:cubicBezTo>
                      <a:pt x="266160" y="342936"/>
                      <a:pt x="342936" y="266160"/>
                      <a:pt x="342936" y="171468"/>
                    </a:cubicBezTo>
                    <a:cubicBezTo>
                      <a:pt x="342936" y="76776"/>
                      <a:pt x="266160" y="0"/>
                      <a:pt x="171468" y="0"/>
                    </a:cubicBezTo>
                    <a:close/>
                    <a:moveTo>
                      <a:pt x="171468" y="281863"/>
                    </a:moveTo>
                    <a:cubicBezTo>
                      <a:pt x="110504" y="281863"/>
                      <a:pt x="61073" y="232432"/>
                      <a:pt x="61073" y="171468"/>
                    </a:cubicBezTo>
                    <a:cubicBezTo>
                      <a:pt x="61073" y="110504"/>
                      <a:pt x="110504" y="61073"/>
                      <a:pt x="171468" y="61073"/>
                    </a:cubicBezTo>
                    <a:cubicBezTo>
                      <a:pt x="232432" y="61073"/>
                      <a:pt x="281863" y="110504"/>
                      <a:pt x="281863" y="171468"/>
                    </a:cubicBezTo>
                    <a:cubicBezTo>
                      <a:pt x="281863" y="232432"/>
                      <a:pt x="232432" y="281863"/>
                      <a:pt x="171468" y="281863"/>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43" name="Google Shape;43;p3"/>
              <p:cNvGrpSpPr/>
              <p:nvPr/>
            </p:nvGrpSpPr>
            <p:grpSpPr>
              <a:xfrm flipH="1">
                <a:off x="237135" y="4834532"/>
                <a:ext cx="951919" cy="475959"/>
                <a:chOff x="6896277" y="-5142175"/>
                <a:chExt cx="803104" cy="401551"/>
              </a:xfrm>
            </p:grpSpPr>
            <p:sp>
              <p:nvSpPr>
                <p:cNvPr id="44" name="Google Shape;44;p3"/>
                <p:cNvSpPr/>
                <p:nvPr/>
              </p:nvSpPr>
              <p:spPr>
                <a:xfrm>
                  <a:off x="6896277" y="-5142175"/>
                  <a:ext cx="803104" cy="401551"/>
                </a:xfrm>
                <a:custGeom>
                  <a:avLst/>
                  <a:gdLst/>
                  <a:ahLst/>
                  <a:cxnLst/>
                  <a:rect l="l" t="t" r="r" b="b"/>
                  <a:pathLst>
                    <a:path w="1070805" h="535402" extrusionOk="0">
                      <a:moveTo>
                        <a:pt x="90884" y="535403"/>
                      </a:moveTo>
                      <a:cubicBezTo>
                        <a:pt x="90884" y="289915"/>
                        <a:pt x="289914" y="90884"/>
                        <a:pt x="535402" y="90884"/>
                      </a:cubicBezTo>
                      <a:cubicBezTo>
                        <a:pt x="780890" y="90884"/>
                        <a:pt x="979921" y="289915"/>
                        <a:pt x="979921" y="535403"/>
                      </a:cubicBezTo>
                      <a:lnTo>
                        <a:pt x="1070806" y="535403"/>
                      </a:lnTo>
                      <a:cubicBezTo>
                        <a:pt x="1070806" y="239722"/>
                        <a:pt x="831120" y="0"/>
                        <a:pt x="535402" y="0"/>
                      </a:cubicBezTo>
                      <a:cubicBezTo>
                        <a:pt x="239685" y="0"/>
                        <a:pt x="0" y="239685"/>
                        <a:pt x="0" y="535403"/>
                      </a:cubicBezTo>
                      <a:lnTo>
                        <a:pt x="90884" y="535403"/>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 name="Google Shape;45;p3"/>
                <p:cNvSpPr/>
                <p:nvPr/>
              </p:nvSpPr>
              <p:spPr>
                <a:xfrm>
                  <a:off x="7118908" y="-4919517"/>
                  <a:ext cx="357788" cy="178893"/>
                </a:xfrm>
                <a:custGeom>
                  <a:avLst/>
                  <a:gdLst/>
                  <a:ahLst/>
                  <a:cxnLst/>
                  <a:rect l="l" t="t" r="r" b="b"/>
                  <a:pathLst>
                    <a:path w="477050" h="238524" extrusionOk="0">
                      <a:moveTo>
                        <a:pt x="238525" y="84936"/>
                      </a:moveTo>
                      <a:cubicBezTo>
                        <a:pt x="323353" y="84936"/>
                        <a:pt x="392114" y="153698"/>
                        <a:pt x="392114" y="238525"/>
                      </a:cubicBezTo>
                      <a:lnTo>
                        <a:pt x="477050" y="238525"/>
                      </a:lnTo>
                      <a:cubicBezTo>
                        <a:pt x="477050" y="106805"/>
                        <a:pt x="370282" y="0"/>
                        <a:pt x="238525" y="0"/>
                      </a:cubicBezTo>
                      <a:cubicBezTo>
                        <a:pt x="106769" y="0"/>
                        <a:pt x="0" y="106769"/>
                        <a:pt x="0" y="238525"/>
                      </a:cubicBezTo>
                      <a:lnTo>
                        <a:pt x="84937" y="238525"/>
                      </a:lnTo>
                      <a:cubicBezTo>
                        <a:pt x="84937" y="153698"/>
                        <a:pt x="153698" y="84936"/>
                        <a:pt x="238525" y="84936"/>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46" name="Google Shape;46;p3"/>
              <p:cNvSpPr/>
              <p:nvPr/>
            </p:nvSpPr>
            <p:spPr>
              <a:xfrm>
                <a:off x="93902" y="4358096"/>
                <a:ext cx="286459" cy="286459"/>
              </a:xfrm>
              <a:custGeom>
                <a:avLst/>
                <a:gdLst/>
                <a:ahLst/>
                <a:cxnLst/>
                <a:rect l="l" t="t" r="r" b="b"/>
                <a:pathLst>
                  <a:path w="836378" h="836378" extrusionOk="0">
                    <a:moveTo>
                      <a:pt x="836379" y="418189"/>
                    </a:moveTo>
                    <a:cubicBezTo>
                      <a:pt x="836379" y="649149"/>
                      <a:pt x="649149" y="836379"/>
                      <a:pt x="418189" y="836379"/>
                    </a:cubicBezTo>
                    <a:cubicBezTo>
                      <a:pt x="187229" y="836379"/>
                      <a:pt x="0" y="649149"/>
                      <a:pt x="0" y="418189"/>
                    </a:cubicBezTo>
                    <a:cubicBezTo>
                      <a:pt x="0" y="187230"/>
                      <a:pt x="187229" y="0"/>
                      <a:pt x="418189" y="0"/>
                    </a:cubicBezTo>
                    <a:cubicBezTo>
                      <a:pt x="649149" y="0"/>
                      <a:pt x="836379" y="187230"/>
                      <a:pt x="836379" y="418189"/>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7" name="Google Shape;47;p3"/>
              <p:cNvSpPr/>
              <p:nvPr/>
            </p:nvSpPr>
            <p:spPr>
              <a:xfrm>
                <a:off x="7842424" y="281626"/>
                <a:ext cx="343267" cy="343267"/>
              </a:xfrm>
              <a:custGeom>
                <a:avLst/>
                <a:gdLst/>
                <a:ahLst/>
                <a:cxnLst/>
                <a:rect l="l" t="t" r="r" b="b"/>
                <a:pathLst>
                  <a:path w="635679" h="635679" extrusionOk="0">
                    <a:moveTo>
                      <a:pt x="635680" y="317840"/>
                    </a:moveTo>
                    <a:cubicBezTo>
                      <a:pt x="635680" y="493378"/>
                      <a:pt x="493378" y="635680"/>
                      <a:pt x="317840" y="635680"/>
                    </a:cubicBezTo>
                    <a:cubicBezTo>
                      <a:pt x="142302" y="635680"/>
                      <a:pt x="0" y="493378"/>
                      <a:pt x="0" y="317840"/>
                    </a:cubicBezTo>
                    <a:cubicBezTo>
                      <a:pt x="0" y="142302"/>
                      <a:pt x="142302" y="0"/>
                      <a:pt x="317840" y="0"/>
                    </a:cubicBezTo>
                    <a:cubicBezTo>
                      <a:pt x="493378" y="0"/>
                      <a:pt x="635680" y="142302"/>
                      <a:pt x="635680" y="317840"/>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48" name="Google Shape;48;p3"/>
              <p:cNvGrpSpPr/>
              <p:nvPr/>
            </p:nvGrpSpPr>
            <p:grpSpPr>
              <a:xfrm rot="5400000">
                <a:off x="648185" y="-379941"/>
                <a:ext cx="1085831" cy="675413"/>
                <a:chOff x="4274895" y="3432746"/>
                <a:chExt cx="740272" cy="460467"/>
              </a:xfrm>
            </p:grpSpPr>
            <p:sp>
              <p:nvSpPr>
                <p:cNvPr id="49" name="Google Shape;49;p3"/>
                <p:cNvSpPr/>
                <p:nvPr/>
              </p:nvSpPr>
              <p:spPr>
                <a:xfrm>
                  <a:off x="4274895" y="3432746"/>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0" name="Google Shape;50;p3"/>
                <p:cNvSpPr/>
                <p:nvPr/>
              </p:nvSpPr>
              <p:spPr>
                <a:xfrm>
                  <a:off x="4410106" y="3432746"/>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1" name="Google Shape;51;p3"/>
                <p:cNvSpPr/>
                <p:nvPr/>
              </p:nvSpPr>
              <p:spPr>
                <a:xfrm>
                  <a:off x="4545290" y="3432746"/>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2" name="Google Shape;52;p3"/>
                <p:cNvSpPr/>
                <p:nvPr/>
              </p:nvSpPr>
              <p:spPr>
                <a:xfrm>
                  <a:off x="4680500" y="3432746"/>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3" name="Google Shape;53;p3"/>
                <p:cNvSpPr/>
                <p:nvPr/>
              </p:nvSpPr>
              <p:spPr>
                <a:xfrm>
                  <a:off x="4815711" y="3432746"/>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4" name="Google Shape;54;p3"/>
                <p:cNvSpPr/>
                <p:nvPr/>
              </p:nvSpPr>
              <p:spPr>
                <a:xfrm>
                  <a:off x="4950513" y="3432746"/>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grpSp>
      <p:sp>
        <p:nvSpPr>
          <p:cNvPr id="55" name="Google Shape;55;p3"/>
          <p:cNvSpPr txBox="1">
            <a:spLocks noGrp="1"/>
          </p:cNvSpPr>
          <p:nvPr>
            <p:ph type="title" hasCustomPrompt="1"/>
          </p:nvPr>
        </p:nvSpPr>
        <p:spPr>
          <a:xfrm>
            <a:off x="3815700" y="1860870"/>
            <a:ext cx="1512600" cy="946500"/>
          </a:xfrm>
          <a:prstGeom prst="rect">
            <a:avLst/>
          </a:prstGeom>
          <a:noFill/>
        </p:spPr>
        <p:txBody>
          <a:bodyPr spcFirstLastPara="1" wrap="square" lIns="91425" tIns="91425" rIns="91425" bIns="91425" anchor="b" anchorCtr="0">
            <a:noAutofit/>
          </a:bodyPr>
          <a:lstStyle>
            <a:lvl1pPr lvl="0" algn="ctr" rtl="0">
              <a:lnSpc>
                <a:spcPct val="100000"/>
              </a:lnSpc>
              <a:spcBef>
                <a:spcPts val="0"/>
              </a:spcBef>
              <a:spcAft>
                <a:spcPts val="0"/>
              </a:spcAft>
              <a:buSzPts val="6000"/>
              <a:buFont typeface="Libre Franklin Black"/>
              <a:buNone/>
              <a:defRPr sz="5500" b="1">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56" name="Google Shape;56;p3"/>
          <p:cNvSpPr txBox="1">
            <a:spLocks noGrp="1"/>
          </p:cNvSpPr>
          <p:nvPr>
            <p:ph type="title" idx="2"/>
          </p:nvPr>
        </p:nvSpPr>
        <p:spPr>
          <a:xfrm>
            <a:off x="2276700" y="2807380"/>
            <a:ext cx="4590600" cy="141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4000"/>
            </a:lvl1pPr>
            <a:lvl2pPr lvl="1">
              <a:spcBef>
                <a:spcPts val="0"/>
              </a:spcBef>
              <a:spcAft>
                <a:spcPts val="0"/>
              </a:spcAft>
              <a:buSzPts val="3500"/>
              <a:buNone/>
              <a:defRPr>
                <a:latin typeface="DM Sans"/>
                <a:ea typeface="DM Sans"/>
                <a:cs typeface="DM Sans"/>
                <a:sym typeface="DM Sans"/>
              </a:defRPr>
            </a:lvl2pPr>
            <a:lvl3pPr lvl="2">
              <a:spcBef>
                <a:spcPts val="0"/>
              </a:spcBef>
              <a:spcAft>
                <a:spcPts val="0"/>
              </a:spcAft>
              <a:buSzPts val="3500"/>
              <a:buNone/>
              <a:defRPr>
                <a:latin typeface="DM Sans"/>
                <a:ea typeface="DM Sans"/>
                <a:cs typeface="DM Sans"/>
                <a:sym typeface="DM Sans"/>
              </a:defRPr>
            </a:lvl3pPr>
            <a:lvl4pPr lvl="3">
              <a:spcBef>
                <a:spcPts val="0"/>
              </a:spcBef>
              <a:spcAft>
                <a:spcPts val="0"/>
              </a:spcAft>
              <a:buSzPts val="3500"/>
              <a:buNone/>
              <a:defRPr>
                <a:latin typeface="DM Sans"/>
                <a:ea typeface="DM Sans"/>
                <a:cs typeface="DM Sans"/>
                <a:sym typeface="DM Sans"/>
              </a:defRPr>
            </a:lvl4pPr>
            <a:lvl5pPr lvl="4">
              <a:spcBef>
                <a:spcPts val="0"/>
              </a:spcBef>
              <a:spcAft>
                <a:spcPts val="0"/>
              </a:spcAft>
              <a:buSzPts val="3500"/>
              <a:buNone/>
              <a:defRPr>
                <a:latin typeface="DM Sans"/>
                <a:ea typeface="DM Sans"/>
                <a:cs typeface="DM Sans"/>
                <a:sym typeface="DM Sans"/>
              </a:defRPr>
            </a:lvl5pPr>
            <a:lvl6pPr lvl="5">
              <a:spcBef>
                <a:spcPts val="0"/>
              </a:spcBef>
              <a:spcAft>
                <a:spcPts val="0"/>
              </a:spcAft>
              <a:buSzPts val="3500"/>
              <a:buNone/>
              <a:defRPr>
                <a:latin typeface="DM Sans"/>
                <a:ea typeface="DM Sans"/>
                <a:cs typeface="DM Sans"/>
                <a:sym typeface="DM Sans"/>
              </a:defRPr>
            </a:lvl6pPr>
            <a:lvl7pPr lvl="6">
              <a:spcBef>
                <a:spcPts val="0"/>
              </a:spcBef>
              <a:spcAft>
                <a:spcPts val="0"/>
              </a:spcAft>
              <a:buSzPts val="3500"/>
              <a:buNone/>
              <a:defRPr>
                <a:latin typeface="DM Sans"/>
                <a:ea typeface="DM Sans"/>
                <a:cs typeface="DM Sans"/>
                <a:sym typeface="DM Sans"/>
              </a:defRPr>
            </a:lvl7pPr>
            <a:lvl8pPr lvl="7">
              <a:spcBef>
                <a:spcPts val="0"/>
              </a:spcBef>
              <a:spcAft>
                <a:spcPts val="0"/>
              </a:spcAft>
              <a:buSzPts val="3500"/>
              <a:buNone/>
              <a:defRPr>
                <a:latin typeface="DM Sans"/>
                <a:ea typeface="DM Sans"/>
                <a:cs typeface="DM Sans"/>
                <a:sym typeface="DM Sans"/>
              </a:defRPr>
            </a:lvl8pPr>
            <a:lvl9pPr lvl="8">
              <a:spcBef>
                <a:spcPts val="0"/>
              </a:spcBef>
              <a:spcAft>
                <a:spcPts val="0"/>
              </a:spcAft>
              <a:buSzPts val="3500"/>
              <a:buNone/>
              <a:defRPr>
                <a:latin typeface="DM Sans"/>
                <a:ea typeface="DM Sans"/>
                <a:cs typeface="DM Sans"/>
                <a:sym typeface="DM Sans"/>
              </a:defRPr>
            </a:lvl9pPr>
          </a:lstStyle>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57"/>
        <p:cNvGrpSpPr/>
        <p:nvPr/>
      </p:nvGrpSpPr>
      <p:grpSpPr>
        <a:xfrm>
          <a:off x="0" y="0"/>
          <a:ext cx="0" cy="0"/>
          <a:chOff x="0" y="0"/>
          <a:chExt cx="0" cy="0"/>
        </a:xfrm>
      </p:grpSpPr>
      <p:grpSp>
        <p:nvGrpSpPr>
          <p:cNvPr id="58" name="Google Shape;58;p4"/>
          <p:cNvGrpSpPr/>
          <p:nvPr/>
        </p:nvGrpSpPr>
        <p:grpSpPr>
          <a:xfrm>
            <a:off x="114947" y="330247"/>
            <a:ext cx="8777986" cy="4686371"/>
            <a:chOff x="114947" y="330247"/>
            <a:chExt cx="8777986" cy="4686371"/>
          </a:xfrm>
        </p:grpSpPr>
        <p:sp>
          <p:nvSpPr>
            <p:cNvPr id="59" name="Google Shape;59;p4"/>
            <p:cNvSpPr/>
            <p:nvPr/>
          </p:nvSpPr>
          <p:spPr>
            <a:xfrm flipH="1">
              <a:off x="8077404" y="330247"/>
              <a:ext cx="286544" cy="285925"/>
            </a:xfrm>
            <a:custGeom>
              <a:avLst/>
              <a:gdLst/>
              <a:ahLst/>
              <a:cxnLst/>
              <a:rect l="l" t="t" r="r" b="b"/>
              <a:pathLst>
                <a:path w="123777" h="123777" extrusionOk="0">
                  <a:moveTo>
                    <a:pt x="0" y="70720"/>
                  </a:moveTo>
                  <a:lnTo>
                    <a:pt x="40582" y="70720"/>
                  </a:lnTo>
                  <a:lnTo>
                    <a:pt x="11859" y="99407"/>
                  </a:lnTo>
                  <a:lnTo>
                    <a:pt x="24371" y="111883"/>
                  </a:lnTo>
                  <a:lnTo>
                    <a:pt x="53058" y="83196"/>
                  </a:lnTo>
                  <a:lnTo>
                    <a:pt x="53058" y="123778"/>
                  </a:lnTo>
                  <a:lnTo>
                    <a:pt x="70720" y="123778"/>
                  </a:lnTo>
                  <a:lnTo>
                    <a:pt x="70720" y="83196"/>
                  </a:lnTo>
                  <a:lnTo>
                    <a:pt x="99407" y="111883"/>
                  </a:lnTo>
                  <a:lnTo>
                    <a:pt x="111918" y="99407"/>
                  </a:lnTo>
                  <a:lnTo>
                    <a:pt x="83196" y="70720"/>
                  </a:lnTo>
                  <a:lnTo>
                    <a:pt x="123778" y="70720"/>
                  </a:lnTo>
                  <a:lnTo>
                    <a:pt x="123778" y="53058"/>
                  </a:lnTo>
                  <a:lnTo>
                    <a:pt x="83196" y="53058"/>
                  </a:lnTo>
                  <a:lnTo>
                    <a:pt x="111918" y="24371"/>
                  </a:lnTo>
                  <a:lnTo>
                    <a:pt x="99407" y="11859"/>
                  </a:lnTo>
                  <a:lnTo>
                    <a:pt x="70720" y="40582"/>
                  </a:lnTo>
                  <a:lnTo>
                    <a:pt x="70720" y="0"/>
                  </a:lnTo>
                  <a:lnTo>
                    <a:pt x="53058" y="0"/>
                  </a:lnTo>
                  <a:lnTo>
                    <a:pt x="53058" y="40582"/>
                  </a:lnTo>
                  <a:lnTo>
                    <a:pt x="24371" y="11859"/>
                  </a:lnTo>
                  <a:lnTo>
                    <a:pt x="11859" y="24371"/>
                  </a:lnTo>
                  <a:lnTo>
                    <a:pt x="40582" y="53058"/>
                  </a:lnTo>
                  <a:lnTo>
                    <a:pt x="0" y="53058"/>
                  </a:lnTo>
                  <a:lnTo>
                    <a:pt x="0" y="7072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grpSp>
          <p:nvGrpSpPr>
            <p:cNvPr id="60" name="Google Shape;60;p4"/>
            <p:cNvGrpSpPr/>
            <p:nvPr/>
          </p:nvGrpSpPr>
          <p:grpSpPr>
            <a:xfrm rot="10800000" flipH="1">
              <a:off x="8569567" y="330253"/>
              <a:ext cx="323366" cy="865201"/>
              <a:chOff x="14298616" y="166555"/>
              <a:chExt cx="261771" cy="700397"/>
            </a:xfrm>
          </p:grpSpPr>
          <p:sp>
            <p:nvSpPr>
              <p:cNvPr id="61" name="Google Shape;61;p4"/>
              <p:cNvSpPr/>
              <p:nvPr/>
            </p:nvSpPr>
            <p:spPr>
              <a:xfrm>
                <a:off x="14298616" y="166555"/>
                <a:ext cx="109751" cy="700397"/>
              </a:xfrm>
              <a:custGeom>
                <a:avLst/>
                <a:gdLst/>
                <a:ahLst/>
                <a:cxnLst/>
                <a:rect l="l" t="t" r="r" b="b"/>
                <a:pathLst>
                  <a:path w="146335" h="933863" extrusionOk="0">
                    <a:moveTo>
                      <a:pt x="146336" y="933863"/>
                    </a:moveTo>
                    <a:lnTo>
                      <a:pt x="50157" y="933863"/>
                    </a:lnTo>
                    <a:cubicBezTo>
                      <a:pt x="50157" y="909093"/>
                      <a:pt x="43955" y="899519"/>
                      <a:pt x="32749" y="882074"/>
                    </a:cubicBezTo>
                    <a:cubicBezTo>
                      <a:pt x="18931" y="860641"/>
                      <a:pt x="0" y="831265"/>
                      <a:pt x="0" y="778171"/>
                    </a:cubicBezTo>
                    <a:cubicBezTo>
                      <a:pt x="0" y="725077"/>
                      <a:pt x="18931" y="695737"/>
                      <a:pt x="32749" y="674267"/>
                    </a:cubicBezTo>
                    <a:cubicBezTo>
                      <a:pt x="43991" y="656859"/>
                      <a:pt x="50157" y="647249"/>
                      <a:pt x="50157" y="622479"/>
                    </a:cubicBezTo>
                    <a:cubicBezTo>
                      <a:pt x="50157" y="597709"/>
                      <a:pt x="43955" y="588134"/>
                      <a:pt x="32749" y="570726"/>
                    </a:cubicBezTo>
                    <a:cubicBezTo>
                      <a:pt x="18931" y="549293"/>
                      <a:pt x="0" y="519917"/>
                      <a:pt x="0" y="466859"/>
                    </a:cubicBezTo>
                    <a:cubicBezTo>
                      <a:pt x="0" y="413801"/>
                      <a:pt x="18931" y="384425"/>
                      <a:pt x="32749" y="362992"/>
                    </a:cubicBezTo>
                    <a:cubicBezTo>
                      <a:pt x="43991" y="345584"/>
                      <a:pt x="50157" y="335973"/>
                      <a:pt x="50157" y="311239"/>
                    </a:cubicBezTo>
                    <a:cubicBezTo>
                      <a:pt x="50157" y="286506"/>
                      <a:pt x="43955" y="276895"/>
                      <a:pt x="32749" y="259487"/>
                    </a:cubicBezTo>
                    <a:cubicBezTo>
                      <a:pt x="18931" y="238053"/>
                      <a:pt x="0" y="208678"/>
                      <a:pt x="0" y="155620"/>
                    </a:cubicBezTo>
                    <a:cubicBezTo>
                      <a:pt x="0" y="102562"/>
                      <a:pt x="18931" y="73186"/>
                      <a:pt x="32749" y="51752"/>
                    </a:cubicBezTo>
                    <a:cubicBezTo>
                      <a:pt x="43991" y="34344"/>
                      <a:pt x="50157" y="24734"/>
                      <a:pt x="50157" y="0"/>
                    </a:cubicBezTo>
                    <a:lnTo>
                      <a:pt x="146336" y="0"/>
                    </a:lnTo>
                    <a:cubicBezTo>
                      <a:pt x="146336" y="53058"/>
                      <a:pt x="127404" y="82434"/>
                      <a:pt x="113587" y="103867"/>
                    </a:cubicBezTo>
                    <a:cubicBezTo>
                      <a:pt x="102344" y="121275"/>
                      <a:pt x="96179" y="130886"/>
                      <a:pt x="96179" y="155620"/>
                    </a:cubicBezTo>
                    <a:cubicBezTo>
                      <a:pt x="96179" y="180353"/>
                      <a:pt x="102380" y="189964"/>
                      <a:pt x="113587" y="207372"/>
                    </a:cubicBezTo>
                    <a:cubicBezTo>
                      <a:pt x="127404" y="228806"/>
                      <a:pt x="146336" y="258181"/>
                      <a:pt x="146336" y="311239"/>
                    </a:cubicBezTo>
                    <a:cubicBezTo>
                      <a:pt x="146336" y="364297"/>
                      <a:pt x="127404" y="393673"/>
                      <a:pt x="113587" y="415107"/>
                    </a:cubicBezTo>
                    <a:cubicBezTo>
                      <a:pt x="102344" y="432515"/>
                      <a:pt x="96179" y="442125"/>
                      <a:pt x="96179" y="466859"/>
                    </a:cubicBezTo>
                    <a:cubicBezTo>
                      <a:pt x="96179" y="491593"/>
                      <a:pt x="102380" y="501203"/>
                      <a:pt x="113587" y="518611"/>
                    </a:cubicBezTo>
                    <a:cubicBezTo>
                      <a:pt x="127404" y="540045"/>
                      <a:pt x="146336" y="569421"/>
                      <a:pt x="146336" y="622479"/>
                    </a:cubicBezTo>
                    <a:cubicBezTo>
                      <a:pt x="146336" y="675537"/>
                      <a:pt x="127404" y="704912"/>
                      <a:pt x="113587" y="726382"/>
                    </a:cubicBezTo>
                    <a:cubicBezTo>
                      <a:pt x="102344" y="743790"/>
                      <a:pt x="96179" y="753401"/>
                      <a:pt x="96179" y="778171"/>
                    </a:cubicBezTo>
                    <a:cubicBezTo>
                      <a:pt x="96179" y="802941"/>
                      <a:pt x="102380" y="812515"/>
                      <a:pt x="113587" y="829960"/>
                    </a:cubicBezTo>
                    <a:cubicBezTo>
                      <a:pt x="127404" y="851393"/>
                      <a:pt x="146336" y="880769"/>
                      <a:pt x="146336" y="933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sp>
            <p:nvSpPr>
              <p:cNvPr id="62" name="Google Shape;62;p4"/>
              <p:cNvSpPr/>
              <p:nvPr/>
            </p:nvSpPr>
            <p:spPr>
              <a:xfrm>
                <a:off x="14450636" y="166555"/>
                <a:ext cx="109751" cy="700397"/>
              </a:xfrm>
              <a:custGeom>
                <a:avLst/>
                <a:gdLst/>
                <a:ahLst/>
                <a:cxnLst/>
                <a:rect l="l" t="t" r="r" b="b"/>
                <a:pathLst>
                  <a:path w="146335" h="933863" extrusionOk="0">
                    <a:moveTo>
                      <a:pt x="146336" y="933863"/>
                    </a:moveTo>
                    <a:lnTo>
                      <a:pt x="50157" y="933863"/>
                    </a:lnTo>
                    <a:cubicBezTo>
                      <a:pt x="50157" y="909093"/>
                      <a:pt x="43955" y="899519"/>
                      <a:pt x="32749" y="882074"/>
                    </a:cubicBezTo>
                    <a:cubicBezTo>
                      <a:pt x="18931" y="860641"/>
                      <a:pt x="0" y="831265"/>
                      <a:pt x="0" y="778171"/>
                    </a:cubicBezTo>
                    <a:cubicBezTo>
                      <a:pt x="0" y="725077"/>
                      <a:pt x="18931" y="695737"/>
                      <a:pt x="32749" y="674267"/>
                    </a:cubicBezTo>
                    <a:cubicBezTo>
                      <a:pt x="43992" y="656859"/>
                      <a:pt x="50157" y="647249"/>
                      <a:pt x="50157" y="622479"/>
                    </a:cubicBezTo>
                    <a:cubicBezTo>
                      <a:pt x="50157" y="597709"/>
                      <a:pt x="43955" y="588134"/>
                      <a:pt x="32749" y="570726"/>
                    </a:cubicBezTo>
                    <a:cubicBezTo>
                      <a:pt x="18931" y="549293"/>
                      <a:pt x="0" y="519917"/>
                      <a:pt x="0" y="466859"/>
                    </a:cubicBezTo>
                    <a:cubicBezTo>
                      <a:pt x="0" y="413801"/>
                      <a:pt x="18931" y="384425"/>
                      <a:pt x="32749" y="362992"/>
                    </a:cubicBezTo>
                    <a:cubicBezTo>
                      <a:pt x="43992" y="345584"/>
                      <a:pt x="50157" y="335973"/>
                      <a:pt x="50157" y="311239"/>
                    </a:cubicBezTo>
                    <a:cubicBezTo>
                      <a:pt x="50157" y="286506"/>
                      <a:pt x="43955" y="276895"/>
                      <a:pt x="32749" y="259487"/>
                    </a:cubicBezTo>
                    <a:cubicBezTo>
                      <a:pt x="18931" y="238053"/>
                      <a:pt x="0" y="208678"/>
                      <a:pt x="0" y="155620"/>
                    </a:cubicBezTo>
                    <a:cubicBezTo>
                      <a:pt x="0" y="102562"/>
                      <a:pt x="18931" y="73186"/>
                      <a:pt x="32749" y="51752"/>
                    </a:cubicBezTo>
                    <a:cubicBezTo>
                      <a:pt x="43992" y="34344"/>
                      <a:pt x="50157" y="24734"/>
                      <a:pt x="50157" y="0"/>
                    </a:cubicBezTo>
                    <a:lnTo>
                      <a:pt x="146336" y="0"/>
                    </a:lnTo>
                    <a:cubicBezTo>
                      <a:pt x="146336" y="53058"/>
                      <a:pt x="127405" y="82434"/>
                      <a:pt x="113587" y="103867"/>
                    </a:cubicBezTo>
                    <a:cubicBezTo>
                      <a:pt x="102344" y="121275"/>
                      <a:pt x="96179" y="130886"/>
                      <a:pt x="96179" y="155620"/>
                    </a:cubicBezTo>
                    <a:cubicBezTo>
                      <a:pt x="96179" y="180353"/>
                      <a:pt x="102380" y="189964"/>
                      <a:pt x="113587" y="207372"/>
                    </a:cubicBezTo>
                    <a:cubicBezTo>
                      <a:pt x="127405" y="228806"/>
                      <a:pt x="146336" y="258181"/>
                      <a:pt x="146336" y="311239"/>
                    </a:cubicBezTo>
                    <a:cubicBezTo>
                      <a:pt x="146336" y="364297"/>
                      <a:pt x="127405" y="393673"/>
                      <a:pt x="113587" y="415107"/>
                    </a:cubicBezTo>
                    <a:cubicBezTo>
                      <a:pt x="102344" y="432515"/>
                      <a:pt x="96179" y="442125"/>
                      <a:pt x="96179" y="466859"/>
                    </a:cubicBezTo>
                    <a:cubicBezTo>
                      <a:pt x="96179" y="491593"/>
                      <a:pt x="102380" y="501203"/>
                      <a:pt x="113587" y="518611"/>
                    </a:cubicBezTo>
                    <a:cubicBezTo>
                      <a:pt x="127405" y="540045"/>
                      <a:pt x="146336" y="569421"/>
                      <a:pt x="146336" y="622479"/>
                    </a:cubicBezTo>
                    <a:cubicBezTo>
                      <a:pt x="146336" y="675537"/>
                      <a:pt x="127405" y="704912"/>
                      <a:pt x="113587" y="726382"/>
                    </a:cubicBezTo>
                    <a:cubicBezTo>
                      <a:pt x="102344" y="743790"/>
                      <a:pt x="96179" y="753401"/>
                      <a:pt x="96179" y="778171"/>
                    </a:cubicBezTo>
                    <a:cubicBezTo>
                      <a:pt x="96179" y="802941"/>
                      <a:pt x="102380" y="812515"/>
                      <a:pt x="113587" y="829960"/>
                    </a:cubicBezTo>
                    <a:cubicBezTo>
                      <a:pt x="127405" y="851393"/>
                      <a:pt x="146336" y="880769"/>
                      <a:pt x="146336" y="933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grpSp>
        <p:sp>
          <p:nvSpPr>
            <p:cNvPr id="63" name="Google Shape;63;p4"/>
            <p:cNvSpPr/>
            <p:nvPr/>
          </p:nvSpPr>
          <p:spPr>
            <a:xfrm flipH="1">
              <a:off x="114947" y="4848088"/>
              <a:ext cx="168503" cy="168530"/>
            </a:xfrm>
            <a:custGeom>
              <a:avLst/>
              <a:gdLst/>
              <a:ahLst/>
              <a:cxnLst/>
              <a:rect l="l" t="t" r="r" b="b"/>
              <a:pathLst>
                <a:path w="224671" h="224707" extrusionOk="0">
                  <a:moveTo>
                    <a:pt x="224671" y="96324"/>
                  </a:moveTo>
                  <a:lnTo>
                    <a:pt x="128384" y="96324"/>
                  </a:lnTo>
                  <a:lnTo>
                    <a:pt x="128384" y="0"/>
                  </a:lnTo>
                  <a:lnTo>
                    <a:pt x="96324" y="0"/>
                  </a:lnTo>
                  <a:lnTo>
                    <a:pt x="96324" y="96324"/>
                  </a:lnTo>
                  <a:lnTo>
                    <a:pt x="0" y="96324"/>
                  </a:lnTo>
                  <a:lnTo>
                    <a:pt x="0" y="128384"/>
                  </a:lnTo>
                  <a:lnTo>
                    <a:pt x="96324" y="128384"/>
                  </a:lnTo>
                  <a:lnTo>
                    <a:pt x="96324" y="224707"/>
                  </a:lnTo>
                  <a:lnTo>
                    <a:pt x="128384" y="224707"/>
                  </a:lnTo>
                  <a:lnTo>
                    <a:pt x="128384" y="128384"/>
                  </a:lnTo>
                  <a:lnTo>
                    <a:pt x="224671" y="128384"/>
                  </a:lnTo>
                  <a:lnTo>
                    <a:pt x="224671" y="96324"/>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64" name="Google Shape;64;p4"/>
          <p:cNvSpPr txBox="1">
            <a:spLocks noGrp="1"/>
          </p:cNvSpPr>
          <p:nvPr>
            <p:ph type="body" idx="1"/>
          </p:nvPr>
        </p:nvSpPr>
        <p:spPr>
          <a:xfrm>
            <a:off x="711900" y="1416500"/>
            <a:ext cx="3108000" cy="24411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Roboto" panose="02000000000000000000"/>
              <a:buChar char="■"/>
              <a:defRPr/>
            </a:lvl1pPr>
            <a:lvl2pPr marL="914400" lvl="1" indent="-317500" rtl="0">
              <a:lnSpc>
                <a:spcPct val="100000"/>
              </a:lnSpc>
              <a:spcBef>
                <a:spcPts val="0"/>
              </a:spcBef>
              <a:spcAft>
                <a:spcPts val="0"/>
              </a:spcAft>
              <a:buSzPts val="1400"/>
              <a:buFont typeface="Roboto" panose="02000000000000000000"/>
              <a:buChar char="○"/>
              <a:defRPr/>
            </a:lvl2pPr>
            <a:lvl3pPr marL="1371600" lvl="2" indent="-317500" rtl="0">
              <a:lnSpc>
                <a:spcPct val="100000"/>
              </a:lnSpc>
              <a:spcBef>
                <a:spcPts val="0"/>
              </a:spcBef>
              <a:spcAft>
                <a:spcPts val="0"/>
              </a:spcAft>
              <a:buSzPts val="1400"/>
              <a:buFont typeface="Roboto" panose="02000000000000000000"/>
              <a:buChar char="■"/>
              <a:defRPr/>
            </a:lvl3pPr>
            <a:lvl4pPr marL="1828800" lvl="3" indent="-317500" rtl="0">
              <a:lnSpc>
                <a:spcPct val="100000"/>
              </a:lnSpc>
              <a:spcBef>
                <a:spcPts val="0"/>
              </a:spcBef>
              <a:spcAft>
                <a:spcPts val="0"/>
              </a:spcAft>
              <a:buSzPts val="1400"/>
              <a:buFont typeface="Roboto" panose="02000000000000000000"/>
              <a:buChar char="●"/>
              <a:defRPr/>
            </a:lvl4pPr>
            <a:lvl5pPr marL="2286000" lvl="4" indent="-317500" rtl="0">
              <a:lnSpc>
                <a:spcPct val="100000"/>
              </a:lnSpc>
              <a:spcBef>
                <a:spcPts val="0"/>
              </a:spcBef>
              <a:spcAft>
                <a:spcPts val="0"/>
              </a:spcAft>
              <a:buSzPts val="1400"/>
              <a:buFont typeface="Roboto" panose="02000000000000000000"/>
              <a:buChar char="○"/>
              <a:defRPr/>
            </a:lvl5pPr>
            <a:lvl6pPr marL="2743200" lvl="5" indent="-317500" rtl="0">
              <a:lnSpc>
                <a:spcPct val="100000"/>
              </a:lnSpc>
              <a:spcBef>
                <a:spcPts val="0"/>
              </a:spcBef>
              <a:spcAft>
                <a:spcPts val="0"/>
              </a:spcAft>
              <a:buSzPts val="1400"/>
              <a:buFont typeface="Roboto" panose="02000000000000000000"/>
              <a:buChar char="■"/>
              <a:defRPr/>
            </a:lvl6pPr>
            <a:lvl7pPr marL="3200400" lvl="6" indent="-317500" rtl="0">
              <a:lnSpc>
                <a:spcPct val="100000"/>
              </a:lnSpc>
              <a:spcBef>
                <a:spcPts val="0"/>
              </a:spcBef>
              <a:spcAft>
                <a:spcPts val="0"/>
              </a:spcAft>
              <a:buSzPts val="1400"/>
              <a:buFont typeface="Roboto" panose="02000000000000000000"/>
              <a:buChar char="●"/>
              <a:defRPr/>
            </a:lvl7pPr>
            <a:lvl8pPr marL="3657600" lvl="7" indent="-317500" rtl="0">
              <a:lnSpc>
                <a:spcPct val="100000"/>
              </a:lnSpc>
              <a:spcBef>
                <a:spcPts val="0"/>
              </a:spcBef>
              <a:spcAft>
                <a:spcPts val="0"/>
              </a:spcAft>
              <a:buSzPts val="1400"/>
              <a:buFont typeface="Roboto" panose="02000000000000000000"/>
              <a:buChar char="○"/>
              <a:defRPr/>
            </a:lvl8pPr>
            <a:lvl9pPr marL="4114800" lvl="8" indent="-317500" rtl="0">
              <a:lnSpc>
                <a:spcPct val="100000"/>
              </a:lnSpc>
              <a:spcBef>
                <a:spcPts val="0"/>
              </a:spcBef>
              <a:spcAft>
                <a:spcPts val="0"/>
              </a:spcAft>
              <a:buSzPts val="1400"/>
              <a:buFont typeface="Roboto" panose="02000000000000000000"/>
              <a:buChar char="■"/>
              <a:defRPr/>
            </a:lvl9pPr>
          </a:lstStyle>
          <a:p/>
        </p:txBody>
      </p:sp>
      <p:sp>
        <p:nvSpPr>
          <p:cNvPr id="65" name="Google Shape;65;p4"/>
          <p:cNvSpPr txBox="1">
            <a:spLocks noGrp="1"/>
          </p:cNvSpPr>
          <p:nvPr>
            <p:ph type="title"/>
          </p:nvPr>
        </p:nvSpPr>
        <p:spPr>
          <a:xfrm>
            <a:off x="720000" y="474850"/>
            <a:ext cx="77040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75"/>
        <p:cNvGrpSpPr/>
        <p:nvPr/>
      </p:nvGrpSpPr>
      <p:grpSpPr>
        <a:xfrm>
          <a:off x="0" y="0"/>
          <a:ext cx="0" cy="0"/>
          <a:chOff x="0" y="0"/>
          <a:chExt cx="0" cy="0"/>
        </a:xfrm>
      </p:grpSpPr>
      <p:sp>
        <p:nvSpPr>
          <p:cNvPr id="76" name="Google Shape;76;p6"/>
          <p:cNvSpPr txBox="1">
            <a:spLocks noGrp="1"/>
          </p:cNvSpPr>
          <p:nvPr>
            <p:ph type="title"/>
          </p:nvPr>
        </p:nvSpPr>
        <p:spPr>
          <a:xfrm>
            <a:off x="720000" y="474850"/>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grpSp>
        <p:nvGrpSpPr>
          <p:cNvPr id="77" name="Google Shape;77;p6"/>
          <p:cNvGrpSpPr/>
          <p:nvPr/>
        </p:nvGrpSpPr>
        <p:grpSpPr>
          <a:xfrm>
            <a:off x="-156064" y="63997"/>
            <a:ext cx="9644769" cy="911067"/>
            <a:chOff x="-156064" y="63997"/>
            <a:chExt cx="9644769" cy="911067"/>
          </a:xfrm>
        </p:grpSpPr>
        <p:grpSp>
          <p:nvGrpSpPr>
            <p:cNvPr id="78" name="Google Shape;78;p6"/>
            <p:cNvGrpSpPr/>
            <p:nvPr/>
          </p:nvGrpSpPr>
          <p:grpSpPr>
            <a:xfrm rot="-5400000" flipH="1">
              <a:off x="-383831" y="291764"/>
              <a:ext cx="911067" cy="455533"/>
              <a:chOff x="6083802" y="754477"/>
              <a:chExt cx="1350730" cy="675364"/>
            </a:xfrm>
          </p:grpSpPr>
          <p:sp>
            <p:nvSpPr>
              <p:cNvPr id="79" name="Google Shape;79;p6"/>
              <p:cNvSpPr/>
              <p:nvPr/>
            </p:nvSpPr>
            <p:spPr>
              <a:xfrm>
                <a:off x="6083802" y="754477"/>
                <a:ext cx="1350730" cy="675364"/>
              </a:xfrm>
              <a:custGeom>
                <a:avLst/>
                <a:gdLst/>
                <a:ahLst/>
                <a:cxnLst/>
                <a:rect l="l" t="t" r="r" b="b"/>
                <a:pathLst>
                  <a:path w="1203323" h="601661" extrusionOk="0">
                    <a:moveTo>
                      <a:pt x="1101196" y="0"/>
                    </a:moveTo>
                    <a:cubicBezTo>
                      <a:pt x="1101196" y="275880"/>
                      <a:pt x="877541" y="499535"/>
                      <a:pt x="601661" y="499535"/>
                    </a:cubicBezTo>
                    <a:cubicBezTo>
                      <a:pt x="325782" y="499535"/>
                      <a:pt x="102126" y="275880"/>
                      <a:pt x="102126" y="0"/>
                    </a:cubicBezTo>
                    <a:lnTo>
                      <a:pt x="0" y="0"/>
                    </a:lnTo>
                    <a:cubicBezTo>
                      <a:pt x="0" y="332274"/>
                      <a:pt x="269388" y="601662"/>
                      <a:pt x="601661" y="601662"/>
                    </a:cubicBezTo>
                    <a:cubicBezTo>
                      <a:pt x="933936" y="601662"/>
                      <a:pt x="1203324" y="332274"/>
                      <a:pt x="1203324" y="0"/>
                    </a:cubicBezTo>
                    <a:lnTo>
                      <a:pt x="110119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0" name="Google Shape;80;p6"/>
              <p:cNvSpPr/>
              <p:nvPr/>
            </p:nvSpPr>
            <p:spPr>
              <a:xfrm>
                <a:off x="6393993" y="754477"/>
                <a:ext cx="776975" cy="388487"/>
              </a:xfrm>
              <a:custGeom>
                <a:avLst/>
                <a:gdLst/>
                <a:ahLst/>
                <a:cxnLst/>
                <a:rect l="l" t="t" r="r" b="b"/>
                <a:pathLst>
                  <a:path w="692183" h="346091" extrusionOk="0">
                    <a:moveTo>
                      <a:pt x="346091" y="222858"/>
                    </a:moveTo>
                    <a:cubicBezTo>
                      <a:pt x="223003" y="222858"/>
                      <a:pt x="123234" y="123089"/>
                      <a:pt x="123234" y="0"/>
                    </a:cubicBezTo>
                    <a:lnTo>
                      <a:pt x="0" y="0"/>
                    </a:lnTo>
                    <a:cubicBezTo>
                      <a:pt x="0" y="191161"/>
                      <a:pt x="154967" y="346091"/>
                      <a:pt x="346091" y="346091"/>
                    </a:cubicBezTo>
                    <a:cubicBezTo>
                      <a:pt x="537216" y="346091"/>
                      <a:pt x="692183" y="191125"/>
                      <a:pt x="692183" y="0"/>
                    </a:cubicBezTo>
                    <a:lnTo>
                      <a:pt x="568949" y="0"/>
                    </a:lnTo>
                    <a:cubicBezTo>
                      <a:pt x="568949" y="123089"/>
                      <a:pt x="469180" y="222858"/>
                      <a:pt x="346091" y="222858"/>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81" name="Google Shape;81;p6"/>
            <p:cNvGrpSpPr/>
            <p:nvPr/>
          </p:nvGrpSpPr>
          <p:grpSpPr>
            <a:xfrm>
              <a:off x="8212861" y="233271"/>
              <a:ext cx="1275844" cy="476741"/>
              <a:chOff x="1029776" y="-2882299"/>
              <a:chExt cx="700397" cy="261744"/>
            </a:xfrm>
          </p:grpSpPr>
          <p:sp>
            <p:nvSpPr>
              <p:cNvPr id="82" name="Google Shape;82;p6"/>
              <p:cNvSpPr/>
              <p:nvPr/>
            </p:nvSpPr>
            <p:spPr>
              <a:xfrm>
                <a:off x="1029776" y="-2882299"/>
                <a:ext cx="700397" cy="109751"/>
              </a:xfrm>
              <a:custGeom>
                <a:avLst/>
                <a:gdLst/>
                <a:ahLst/>
                <a:cxnLst/>
                <a:rect l="l" t="t" r="r" b="b"/>
                <a:pathLst>
                  <a:path w="933863" h="146335" extrusionOk="0">
                    <a:moveTo>
                      <a:pt x="0" y="146335"/>
                    </a:moveTo>
                    <a:lnTo>
                      <a:pt x="0" y="50156"/>
                    </a:lnTo>
                    <a:cubicBezTo>
                      <a:pt x="24770" y="50156"/>
                      <a:pt x="34344" y="43955"/>
                      <a:pt x="51789" y="32749"/>
                    </a:cubicBezTo>
                    <a:cubicBezTo>
                      <a:pt x="73222" y="18931"/>
                      <a:pt x="102598" y="0"/>
                      <a:pt x="155692" y="0"/>
                    </a:cubicBezTo>
                    <a:cubicBezTo>
                      <a:pt x="208786" y="0"/>
                      <a:pt x="238126" y="18931"/>
                      <a:pt x="259596" y="32749"/>
                    </a:cubicBezTo>
                    <a:cubicBezTo>
                      <a:pt x="277004" y="43991"/>
                      <a:pt x="286614" y="50156"/>
                      <a:pt x="311384" y="50156"/>
                    </a:cubicBezTo>
                    <a:cubicBezTo>
                      <a:pt x="336154" y="50156"/>
                      <a:pt x="345729" y="43955"/>
                      <a:pt x="363137" y="32749"/>
                    </a:cubicBezTo>
                    <a:cubicBezTo>
                      <a:pt x="384570" y="18931"/>
                      <a:pt x="413946" y="0"/>
                      <a:pt x="467004" y="0"/>
                    </a:cubicBezTo>
                    <a:cubicBezTo>
                      <a:pt x="520062" y="0"/>
                      <a:pt x="549438" y="18931"/>
                      <a:pt x="570871" y="32749"/>
                    </a:cubicBezTo>
                    <a:cubicBezTo>
                      <a:pt x="588279" y="43991"/>
                      <a:pt x="597890" y="50156"/>
                      <a:pt x="622624" y="50156"/>
                    </a:cubicBezTo>
                    <a:cubicBezTo>
                      <a:pt x="647358" y="50156"/>
                      <a:pt x="656968" y="43955"/>
                      <a:pt x="674376" y="32749"/>
                    </a:cubicBezTo>
                    <a:cubicBezTo>
                      <a:pt x="695810" y="18931"/>
                      <a:pt x="725185" y="0"/>
                      <a:pt x="778243" y="0"/>
                    </a:cubicBezTo>
                    <a:cubicBezTo>
                      <a:pt x="831301" y="0"/>
                      <a:pt x="860677" y="18931"/>
                      <a:pt x="882111" y="32749"/>
                    </a:cubicBezTo>
                    <a:cubicBezTo>
                      <a:pt x="899519" y="43991"/>
                      <a:pt x="909129" y="50156"/>
                      <a:pt x="933863" y="50156"/>
                    </a:cubicBezTo>
                    <a:lnTo>
                      <a:pt x="933863" y="146335"/>
                    </a:lnTo>
                    <a:cubicBezTo>
                      <a:pt x="880805" y="146335"/>
                      <a:pt x="851429" y="127404"/>
                      <a:pt x="829996" y="113587"/>
                    </a:cubicBezTo>
                    <a:cubicBezTo>
                      <a:pt x="812588" y="102344"/>
                      <a:pt x="802977" y="96179"/>
                      <a:pt x="778243" y="96179"/>
                    </a:cubicBezTo>
                    <a:cubicBezTo>
                      <a:pt x="753510" y="96179"/>
                      <a:pt x="743899" y="102380"/>
                      <a:pt x="726491" y="113587"/>
                    </a:cubicBezTo>
                    <a:cubicBezTo>
                      <a:pt x="705058" y="127404"/>
                      <a:pt x="675682" y="146335"/>
                      <a:pt x="622624" y="146335"/>
                    </a:cubicBezTo>
                    <a:cubicBezTo>
                      <a:pt x="569566" y="146335"/>
                      <a:pt x="540190" y="127404"/>
                      <a:pt x="518756" y="113587"/>
                    </a:cubicBezTo>
                    <a:cubicBezTo>
                      <a:pt x="501348" y="102344"/>
                      <a:pt x="491738" y="96179"/>
                      <a:pt x="467004" y="96179"/>
                    </a:cubicBezTo>
                    <a:cubicBezTo>
                      <a:pt x="442270" y="96179"/>
                      <a:pt x="432660" y="102380"/>
                      <a:pt x="415252" y="113587"/>
                    </a:cubicBezTo>
                    <a:cubicBezTo>
                      <a:pt x="393818" y="127404"/>
                      <a:pt x="364442" y="146335"/>
                      <a:pt x="311384" y="146335"/>
                    </a:cubicBezTo>
                    <a:cubicBezTo>
                      <a:pt x="258326" y="146335"/>
                      <a:pt x="228951" y="127404"/>
                      <a:pt x="207481" y="113587"/>
                    </a:cubicBezTo>
                    <a:cubicBezTo>
                      <a:pt x="190073" y="102344"/>
                      <a:pt x="180462" y="96179"/>
                      <a:pt x="155692" y="96179"/>
                    </a:cubicBezTo>
                    <a:cubicBezTo>
                      <a:pt x="130922" y="96179"/>
                      <a:pt x="121348" y="102380"/>
                      <a:pt x="103904" y="113587"/>
                    </a:cubicBezTo>
                    <a:cubicBezTo>
                      <a:pt x="82470" y="127404"/>
                      <a:pt x="53094" y="146335"/>
                      <a:pt x="0" y="146335"/>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3" name="Google Shape;83;p6"/>
              <p:cNvSpPr/>
              <p:nvPr/>
            </p:nvSpPr>
            <p:spPr>
              <a:xfrm>
                <a:off x="1029776" y="-2730306"/>
                <a:ext cx="700397" cy="109751"/>
              </a:xfrm>
              <a:custGeom>
                <a:avLst/>
                <a:gdLst/>
                <a:ahLst/>
                <a:cxnLst/>
                <a:rect l="l" t="t" r="r" b="b"/>
                <a:pathLst>
                  <a:path w="933863" h="146335" extrusionOk="0">
                    <a:moveTo>
                      <a:pt x="0" y="146336"/>
                    </a:moveTo>
                    <a:lnTo>
                      <a:pt x="0" y="50157"/>
                    </a:lnTo>
                    <a:cubicBezTo>
                      <a:pt x="24770" y="50157"/>
                      <a:pt x="34344" y="43955"/>
                      <a:pt x="51789" y="32749"/>
                    </a:cubicBezTo>
                    <a:cubicBezTo>
                      <a:pt x="73222" y="18931"/>
                      <a:pt x="102598" y="0"/>
                      <a:pt x="155692" y="0"/>
                    </a:cubicBezTo>
                    <a:cubicBezTo>
                      <a:pt x="208786" y="0"/>
                      <a:pt x="238126" y="18931"/>
                      <a:pt x="259596" y="32749"/>
                    </a:cubicBezTo>
                    <a:cubicBezTo>
                      <a:pt x="277004" y="43991"/>
                      <a:pt x="286614" y="50157"/>
                      <a:pt x="311384" y="50157"/>
                    </a:cubicBezTo>
                    <a:cubicBezTo>
                      <a:pt x="336154" y="50157"/>
                      <a:pt x="345729" y="43955"/>
                      <a:pt x="363137" y="32749"/>
                    </a:cubicBezTo>
                    <a:cubicBezTo>
                      <a:pt x="384570" y="18931"/>
                      <a:pt x="413946" y="0"/>
                      <a:pt x="467004" y="0"/>
                    </a:cubicBezTo>
                    <a:cubicBezTo>
                      <a:pt x="520062" y="0"/>
                      <a:pt x="549438" y="18931"/>
                      <a:pt x="570871" y="32749"/>
                    </a:cubicBezTo>
                    <a:cubicBezTo>
                      <a:pt x="588279" y="43991"/>
                      <a:pt x="597890" y="50157"/>
                      <a:pt x="622624" y="50157"/>
                    </a:cubicBezTo>
                    <a:cubicBezTo>
                      <a:pt x="647358" y="50157"/>
                      <a:pt x="656968" y="43955"/>
                      <a:pt x="674376" y="32749"/>
                    </a:cubicBezTo>
                    <a:cubicBezTo>
                      <a:pt x="695810" y="18931"/>
                      <a:pt x="725185" y="0"/>
                      <a:pt x="778243" y="0"/>
                    </a:cubicBezTo>
                    <a:cubicBezTo>
                      <a:pt x="831301" y="0"/>
                      <a:pt x="860677" y="18931"/>
                      <a:pt x="882111" y="32749"/>
                    </a:cubicBezTo>
                    <a:cubicBezTo>
                      <a:pt x="899519" y="43991"/>
                      <a:pt x="909129" y="50157"/>
                      <a:pt x="933863" y="50157"/>
                    </a:cubicBezTo>
                    <a:lnTo>
                      <a:pt x="933863" y="146336"/>
                    </a:lnTo>
                    <a:cubicBezTo>
                      <a:pt x="880805" y="146336"/>
                      <a:pt x="851429" y="127404"/>
                      <a:pt x="829996" y="113587"/>
                    </a:cubicBezTo>
                    <a:cubicBezTo>
                      <a:pt x="812588" y="102344"/>
                      <a:pt x="802977" y="96179"/>
                      <a:pt x="778243" y="96179"/>
                    </a:cubicBezTo>
                    <a:cubicBezTo>
                      <a:pt x="753510" y="96179"/>
                      <a:pt x="743899" y="102381"/>
                      <a:pt x="726491" y="113587"/>
                    </a:cubicBezTo>
                    <a:cubicBezTo>
                      <a:pt x="705058" y="127404"/>
                      <a:pt x="675682" y="146336"/>
                      <a:pt x="622624" y="146336"/>
                    </a:cubicBezTo>
                    <a:cubicBezTo>
                      <a:pt x="569566" y="146336"/>
                      <a:pt x="540190" y="127404"/>
                      <a:pt x="518756" y="113587"/>
                    </a:cubicBezTo>
                    <a:cubicBezTo>
                      <a:pt x="501348" y="102344"/>
                      <a:pt x="491738" y="96179"/>
                      <a:pt x="467004" y="96179"/>
                    </a:cubicBezTo>
                    <a:cubicBezTo>
                      <a:pt x="442270" y="96179"/>
                      <a:pt x="432660" y="102381"/>
                      <a:pt x="415252" y="113587"/>
                    </a:cubicBezTo>
                    <a:cubicBezTo>
                      <a:pt x="393818" y="127404"/>
                      <a:pt x="364442" y="146336"/>
                      <a:pt x="311384" y="146336"/>
                    </a:cubicBezTo>
                    <a:cubicBezTo>
                      <a:pt x="258326" y="146336"/>
                      <a:pt x="228951" y="127404"/>
                      <a:pt x="207481" y="113587"/>
                    </a:cubicBezTo>
                    <a:cubicBezTo>
                      <a:pt x="190073" y="102344"/>
                      <a:pt x="180462" y="96179"/>
                      <a:pt x="155692" y="96179"/>
                    </a:cubicBezTo>
                    <a:cubicBezTo>
                      <a:pt x="130922" y="96179"/>
                      <a:pt x="121348" y="102381"/>
                      <a:pt x="103904" y="113587"/>
                    </a:cubicBezTo>
                    <a:cubicBezTo>
                      <a:pt x="82470" y="127404"/>
                      <a:pt x="53094" y="146336"/>
                      <a:pt x="0" y="146336"/>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4"/>
        <p:cNvGrpSpPr/>
        <p:nvPr/>
      </p:nvGrpSpPr>
      <p:grpSpPr>
        <a:xfrm>
          <a:off x="0" y="0"/>
          <a:ext cx="0" cy="0"/>
          <a:chOff x="0" y="0"/>
          <a:chExt cx="0" cy="0"/>
        </a:xfrm>
      </p:grpSpPr>
      <p:grpSp>
        <p:nvGrpSpPr>
          <p:cNvPr id="85" name="Google Shape;85;p7"/>
          <p:cNvGrpSpPr/>
          <p:nvPr/>
        </p:nvGrpSpPr>
        <p:grpSpPr>
          <a:xfrm>
            <a:off x="112447" y="62825"/>
            <a:ext cx="8915661" cy="4953072"/>
            <a:chOff x="112447" y="62825"/>
            <a:chExt cx="8915661" cy="4953072"/>
          </a:xfrm>
        </p:grpSpPr>
        <p:sp>
          <p:nvSpPr>
            <p:cNvPr id="86" name="Google Shape;86;p7"/>
            <p:cNvSpPr/>
            <p:nvPr/>
          </p:nvSpPr>
          <p:spPr>
            <a:xfrm flipH="1">
              <a:off x="8530079" y="4729972"/>
              <a:ext cx="286544" cy="285925"/>
            </a:xfrm>
            <a:custGeom>
              <a:avLst/>
              <a:gdLst/>
              <a:ahLst/>
              <a:cxnLst/>
              <a:rect l="l" t="t" r="r" b="b"/>
              <a:pathLst>
                <a:path w="123777" h="123777" extrusionOk="0">
                  <a:moveTo>
                    <a:pt x="0" y="70720"/>
                  </a:moveTo>
                  <a:lnTo>
                    <a:pt x="40582" y="70720"/>
                  </a:lnTo>
                  <a:lnTo>
                    <a:pt x="11859" y="99407"/>
                  </a:lnTo>
                  <a:lnTo>
                    <a:pt x="24371" y="111883"/>
                  </a:lnTo>
                  <a:lnTo>
                    <a:pt x="53058" y="83196"/>
                  </a:lnTo>
                  <a:lnTo>
                    <a:pt x="53058" y="123778"/>
                  </a:lnTo>
                  <a:lnTo>
                    <a:pt x="70720" y="123778"/>
                  </a:lnTo>
                  <a:lnTo>
                    <a:pt x="70720" y="83196"/>
                  </a:lnTo>
                  <a:lnTo>
                    <a:pt x="99407" y="111883"/>
                  </a:lnTo>
                  <a:lnTo>
                    <a:pt x="111918" y="99407"/>
                  </a:lnTo>
                  <a:lnTo>
                    <a:pt x="83196" y="70720"/>
                  </a:lnTo>
                  <a:lnTo>
                    <a:pt x="123778" y="70720"/>
                  </a:lnTo>
                  <a:lnTo>
                    <a:pt x="123778" y="53058"/>
                  </a:lnTo>
                  <a:lnTo>
                    <a:pt x="83196" y="53058"/>
                  </a:lnTo>
                  <a:lnTo>
                    <a:pt x="111918" y="24371"/>
                  </a:lnTo>
                  <a:lnTo>
                    <a:pt x="99407" y="11859"/>
                  </a:lnTo>
                  <a:lnTo>
                    <a:pt x="70720" y="40582"/>
                  </a:lnTo>
                  <a:lnTo>
                    <a:pt x="70720" y="0"/>
                  </a:lnTo>
                  <a:lnTo>
                    <a:pt x="53058" y="0"/>
                  </a:lnTo>
                  <a:lnTo>
                    <a:pt x="53058" y="40582"/>
                  </a:lnTo>
                  <a:lnTo>
                    <a:pt x="24371" y="11859"/>
                  </a:lnTo>
                  <a:lnTo>
                    <a:pt x="11859" y="24371"/>
                  </a:lnTo>
                  <a:lnTo>
                    <a:pt x="40582" y="53058"/>
                  </a:lnTo>
                  <a:lnTo>
                    <a:pt x="0" y="53058"/>
                  </a:lnTo>
                  <a:lnTo>
                    <a:pt x="0" y="7072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grpSp>
          <p:nvGrpSpPr>
            <p:cNvPr id="87" name="Google Shape;87;p7"/>
            <p:cNvGrpSpPr/>
            <p:nvPr/>
          </p:nvGrpSpPr>
          <p:grpSpPr>
            <a:xfrm rot="10800000" flipH="1">
              <a:off x="8704742" y="3728878"/>
              <a:ext cx="323366" cy="865201"/>
              <a:chOff x="14340994" y="-70695"/>
              <a:chExt cx="261771" cy="700397"/>
            </a:xfrm>
          </p:grpSpPr>
          <p:sp>
            <p:nvSpPr>
              <p:cNvPr id="88" name="Google Shape;88;p7"/>
              <p:cNvSpPr/>
              <p:nvPr/>
            </p:nvSpPr>
            <p:spPr>
              <a:xfrm>
                <a:off x="14340994" y="-70695"/>
                <a:ext cx="109751" cy="700397"/>
              </a:xfrm>
              <a:custGeom>
                <a:avLst/>
                <a:gdLst/>
                <a:ahLst/>
                <a:cxnLst/>
                <a:rect l="l" t="t" r="r" b="b"/>
                <a:pathLst>
                  <a:path w="146335" h="933863" extrusionOk="0">
                    <a:moveTo>
                      <a:pt x="146336" y="933863"/>
                    </a:moveTo>
                    <a:lnTo>
                      <a:pt x="50157" y="933863"/>
                    </a:lnTo>
                    <a:cubicBezTo>
                      <a:pt x="50157" y="909093"/>
                      <a:pt x="43955" y="899519"/>
                      <a:pt x="32749" y="882074"/>
                    </a:cubicBezTo>
                    <a:cubicBezTo>
                      <a:pt x="18931" y="860641"/>
                      <a:pt x="0" y="831265"/>
                      <a:pt x="0" y="778171"/>
                    </a:cubicBezTo>
                    <a:cubicBezTo>
                      <a:pt x="0" y="725077"/>
                      <a:pt x="18931" y="695737"/>
                      <a:pt x="32749" y="674267"/>
                    </a:cubicBezTo>
                    <a:cubicBezTo>
                      <a:pt x="43991" y="656859"/>
                      <a:pt x="50157" y="647249"/>
                      <a:pt x="50157" y="622479"/>
                    </a:cubicBezTo>
                    <a:cubicBezTo>
                      <a:pt x="50157" y="597709"/>
                      <a:pt x="43955" y="588134"/>
                      <a:pt x="32749" y="570726"/>
                    </a:cubicBezTo>
                    <a:cubicBezTo>
                      <a:pt x="18931" y="549293"/>
                      <a:pt x="0" y="519917"/>
                      <a:pt x="0" y="466859"/>
                    </a:cubicBezTo>
                    <a:cubicBezTo>
                      <a:pt x="0" y="413801"/>
                      <a:pt x="18931" y="384425"/>
                      <a:pt x="32749" y="362992"/>
                    </a:cubicBezTo>
                    <a:cubicBezTo>
                      <a:pt x="43991" y="345584"/>
                      <a:pt x="50157" y="335973"/>
                      <a:pt x="50157" y="311239"/>
                    </a:cubicBezTo>
                    <a:cubicBezTo>
                      <a:pt x="50157" y="286506"/>
                      <a:pt x="43955" y="276895"/>
                      <a:pt x="32749" y="259487"/>
                    </a:cubicBezTo>
                    <a:cubicBezTo>
                      <a:pt x="18931" y="238053"/>
                      <a:pt x="0" y="208678"/>
                      <a:pt x="0" y="155620"/>
                    </a:cubicBezTo>
                    <a:cubicBezTo>
                      <a:pt x="0" y="102562"/>
                      <a:pt x="18931" y="73186"/>
                      <a:pt x="32749" y="51752"/>
                    </a:cubicBezTo>
                    <a:cubicBezTo>
                      <a:pt x="43991" y="34344"/>
                      <a:pt x="50157" y="24734"/>
                      <a:pt x="50157" y="0"/>
                    </a:cubicBezTo>
                    <a:lnTo>
                      <a:pt x="146336" y="0"/>
                    </a:lnTo>
                    <a:cubicBezTo>
                      <a:pt x="146336" y="53058"/>
                      <a:pt x="127404" y="82434"/>
                      <a:pt x="113587" y="103867"/>
                    </a:cubicBezTo>
                    <a:cubicBezTo>
                      <a:pt x="102344" y="121275"/>
                      <a:pt x="96179" y="130886"/>
                      <a:pt x="96179" y="155620"/>
                    </a:cubicBezTo>
                    <a:cubicBezTo>
                      <a:pt x="96179" y="180353"/>
                      <a:pt x="102380" y="189964"/>
                      <a:pt x="113587" y="207372"/>
                    </a:cubicBezTo>
                    <a:cubicBezTo>
                      <a:pt x="127404" y="228806"/>
                      <a:pt x="146336" y="258181"/>
                      <a:pt x="146336" y="311239"/>
                    </a:cubicBezTo>
                    <a:cubicBezTo>
                      <a:pt x="146336" y="364297"/>
                      <a:pt x="127404" y="393673"/>
                      <a:pt x="113587" y="415107"/>
                    </a:cubicBezTo>
                    <a:cubicBezTo>
                      <a:pt x="102344" y="432515"/>
                      <a:pt x="96179" y="442125"/>
                      <a:pt x="96179" y="466859"/>
                    </a:cubicBezTo>
                    <a:cubicBezTo>
                      <a:pt x="96179" y="491593"/>
                      <a:pt x="102380" y="501203"/>
                      <a:pt x="113587" y="518611"/>
                    </a:cubicBezTo>
                    <a:cubicBezTo>
                      <a:pt x="127404" y="540045"/>
                      <a:pt x="146336" y="569421"/>
                      <a:pt x="146336" y="622479"/>
                    </a:cubicBezTo>
                    <a:cubicBezTo>
                      <a:pt x="146336" y="675537"/>
                      <a:pt x="127404" y="704912"/>
                      <a:pt x="113587" y="726382"/>
                    </a:cubicBezTo>
                    <a:cubicBezTo>
                      <a:pt x="102344" y="743790"/>
                      <a:pt x="96179" y="753401"/>
                      <a:pt x="96179" y="778171"/>
                    </a:cubicBezTo>
                    <a:cubicBezTo>
                      <a:pt x="96179" y="802941"/>
                      <a:pt x="102380" y="812515"/>
                      <a:pt x="113587" y="829960"/>
                    </a:cubicBezTo>
                    <a:cubicBezTo>
                      <a:pt x="127404" y="851393"/>
                      <a:pt x="146336" y="880769"/>
                      <a:pt x="146336" y="933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sp>
            <p:nvSpPr>
              <p:cNvPr id="89" name="Google Shape;89;p7"/>
              <p:cNvSpPr/>
              <p:nvPr/>
            </p:nvSpPr>
            <p:spPr>
              <a:xfrm>
                <a:off x="14493014" y="-70695"/>
                <a:ext cx="109751" cy="700397"/>
              </a:xfrm>
              <a:custGeom>
                <a:avLst/>
                <a:gdLst/>
                <a:ahLst/>
                <a:cxnLst/>
                <a:rect l="l" t="t" r="r" b="b"/>
                <a:pathLst>
                  <a:path w="146335" h="933863" extrusionOk="0">
                    <a:moveTo>
                      <a:pt x="146336" y="933863"/>
                    </a:moveTo>
                    <a:lnTo>
                      <a:pt x="50157" y="933863"/>
                    </a:lnTo>
                    <a:cubicBezTo>
                      <a:pt x="50157" y="909093"/>
                      <a:pt x="43955" y="899519"/>
                      <a:pt x="32749" y="882074"/>
                    </a:cubicBezTo>
                    <a:cubicBezTo>
                      <a:pt x="18931" y="860641"/>
                      <a:pt x="0" y="831265"/>
                      <a:pt x="0" y="778171"/>
                    </a:cubicBezTo>
                    <a:cubicBezTo>
                      <a:pt x="0" y="725077"/>
                      <a:pt x="18931" y="695737"/>
                      <a:pt x="32749" y="674267"/>
                    </a:cubicBezTo>
                    <a:cubicBezTo>
                      <a:pt x="43992" y="656859"/>
                      <a:pt x="50157" y="647249"/>
                      <a:pt x="50157" y="622479"/>
                    </a:cubicBezTo>
                    <a:cubicBezTo>
                      <a:pt x="50157" y="597709"/>
                      <a:pt x="43955" y="588134"/>
                      <a:pt x="32749" y="570726"/>
                    </a:cubicBezTo>
                    <a:cubicBezTo>
                      <a:pt x="18931" y="549293"/>
                      <a:pt x="0" y="519917"/>
                      <a:pt x="0" y="466859"/>
                    </a:cubicBezTo>
                    <a:cubicBezTo>
                      <a:pt x="0" y="413801"/>
                      <a:pt x="18931" y="384425"/>
                      <a:pt x="32749" y="362992"/>
                    </a:cubicBezTo>
                    <a:cubicBezTo>
                      <a:pt x="43992" y="345584"/>
                      <a:pt x="50157" y="335973"/>
                      <a:pt x="50157" y="311239"/>
                    </a:cubicBezTo>
                    <a:cubicBezTo>
                      <a:pt x="50157" y="286506"/>
                      <a:pt x="43955" y="276895"/>
                      <a:pt x="32749" y="259487"/>
                    </a:cubicBezTo>
                    <a:cubicBezTo>
                      <a:pt x="18931" y="238053"/>
                      <a:pt x="0" y="208678"/>
                      <a:pt x="0" y="155620"/>
                    </a:cubicBezTo>
                    <a:cubicBezTo>
                      <a:pt x="0" y="102562"/>
                      <a:pt x="18931" y="73186"/>
                      <a:pt x="32749" y="51752"/>
                    </a:cubicBezTo>
                    <a:cubicBezTo>
                      <a:pt x="43992" y="34344"/>
                      <a:pt x="50157" y="24734"/>
                      <a:pt x="50157" y="0"/>
                    </a:cubicBezTo>
                    <a:lnTo>
                      <a:pt x="146336" y="0"/>
                    </a:lnTo>
                    <a:cubicBezTo>
                      <a:pt x="146336" y="53058"/>
                      <a:pt x="127405" y="82434"/>
                      <a:pt x="113587" y="103867"/>
                    </a:cubicBezTo>
                    <a:cubicBezTo>
                      <a:pt x="102344" y="121275"/>
                      <a:pt x="96179" y="130886"/>
                      <a:pt x="96179" y="155620"/>
                    </a:cubicBezTo>
                    <a:cubicBezTo>
                      <a:pt x="96179" y="180353"/>
                      <a:pt x="102380" y="189964"/>
                      <a:pt x="113587" y="207372"/>
                    </a:cubicBezTo>
                    <a:cubicBezTo>
                      <a:pt x="127405" y="228806"/>
                      <a:pt x="146336" y="258181"/>
                      <a:pt x="146336" y="311239"/>
                    </a:cubicBezTo>
                    <a:cubicBezTo>
                      <a:pt x="146336" y="364297"/>
                      <a:pt x="127405" y="393673"/>
                      <a:pt x="113587" y="415107"/>
                    </a:cubicBezTo>
                    <a:cubicBezTo>
                      <a:pt x="102344" y="432515"/>
                      <a:pt x="96179" y="442125"/>
                      <a:pt x="96179" y="466859"/>
                    </a:cubicBezTo>
                    <a:cubicBezTo>
                      <a:pt x="96179" y="491593"/>
                      <a:pt x="102380" y="501203"/>
                      <a:pt x="113587" y="518611"/>
                    </a:cubicBezTo>
                    <a:cubicBezTo>
                      <a:pt x="127405" y="540045"/>
                      <a:pt x="146336" y="569421"/>
                      <a:pt x="146336" y="622479"/>
                    </a:cubicBezTo>
                    <a:cubicBezTo>
                      <a:pt x="146336" y="675537"/>
                      <a:pt x="127405" y="704912"/>
                      <a:pt x="113587" y="726382"/>
                    </a:cubicBezTo>
                    <a:cubicBezTo>
                      <a:pt x="102344" y="743790"/>
                      <a:pt x="96179" y="753401"/>
                      <a:pt x="96179" y="778171"/>
                    </a:cubicBezTo>
                    <a:cubicBezTo>
                      <a:pt x="96179" y="802941"/>
                      <a:pt x="102380" y="812515"/>
                      <a:pt x="113587" y="829960"/>
                    </a:cubicBezTo>
                    <a:cubicBezTo>
                      <a:pt x="127405" y="851393"/>
                      <a:pt x="146336" y="880769"/>
                      <a:pt x="146336" y="933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grpSp>
        <p:sp>
          <p:nvSpPr>
            <p:cNvPr id="90" name="Google Shape;90;p7"/>
            <p:cNvSpPr/>
            <p:nvPr/>
          </p:nvSpPr>
          <p:spPr>
            <a:xfrm>
              <a:off x="194238" y="62825"/>
              <a:ext cx="384946" cy="384946"/>
            </a:xfrm>
            <a:custGeom>
              <a:avLst/>
              <a:gdLst/>
              <a:ahLst/>
              <a:cxnLst/>
              <a:rect l="l" t="t" r="r" b="b"/>
              <a:pathLst>
                <a:path w="342936" h="342936" extrusionOk="0">
                  <a:moveTo>
                    <a:pt x="171468" y="0"/>
                  </a:moveTo>
                  <a:cubicBezTo>
                    <a:pt x="76776" y="0"/>
                    <a:pt x="0" y="76776"/>
                    <a:pt x="0" y="171468"/>
                  </a:cubicBezTo>
                  <a:cubicBezTo>
                    <a:pt x="0" y="266160"/>
                    <a:pt x="76776" y="342936"/>
                    <a:pt x="171468" y="342936"/>
                  </a:cubicBezTo>
                  <a:cubicBezTo>
                    <a:pt x="266160" y="342936"/>
                    <a:pt x="342936" y="266160"/>
                    <a:pt x="342936" y="171468"/>
                  </a:cubicBezTo>
                  <a:cubicBezTo>
                    <a:pt x="342936" y="76776"/>
                    <a:pt x="266160" y="0"/>
                    <a:pt x="171468" y="0"/>
                  </a:cubicBezTo>
                  <a:close/>
                  <a:moveTo>
                    <a:pt x="171468" y="281863"/>
                  </a:moveTo>
                  <a:cubicBezTo>
                    <a:pt x="110504" y="281863"/>
                    <a:pt x="61073" y="232432"/>
                    <a:pt x="61073" y="171468"/>
                  </a:cubicBezTo>
                  <a:cubicBezTo>
                    <a:pt x="61073" y="110504"/>
                    <a:pt x="110504" y="61073"/>
                    <a:pt x="171468" y="61073"/>
                  </a:cubicBezTo>
                  <a:cubicBezTo>
                    <a:pt x="232432" y="61073"/>
                    <a:pt x="281863" y="110504"/>
                    <a:pt x="281863" y="171468"/>
                  </a:cubicBezTo>
                  <a:cubicBezTo>
                    <a:pt x="281863" y="232432"/>
                    <a:pt x="232432" y="281863"/>
                    <a:pt x="171468" y="281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sp>
          <p:nvSpPr>
            <p:cNvPr id="91" name="Google Shape;91;p7"/>
            <p:cNvSpPr/>
            <p:nvPr/>
          </p:nvSpPr>
          <p:spPr>
            <a:xfrm flipH="1">
              <a:off x="112447" y="523113"/>
              <a:ext cx="168503" cy="168530"/>
            </a:xfrm>
            <a:custGeom>
              <a:avLst/>
              <a:gdLst/>
              <a:ahLst/>
              <a:cxnLst/>
              <a:rect l="l" t="t" r="r" b="b"/>
              <a:pathLst>
                <a:path w="224671" h="224707" extrusionOk="0">
                  <a:moveTo>
                    <a:pt x="224671" y="96324"/>
                  </a:moveTo>
                  <a:lnTo>
                    <a:pt x="128384" y="96324"/>
                  </a:lnTo>
                  <a:lnTo>
                    <a:pt x="128384" y="0"/>
                  </a:lnTo>
                  <a:lnTo>
                    <a:pt x="96324" y="0"/>
                  </a:lnTo>
                  <a:lnTo>
                    <a:pt x="96324" y="96324"/>
                  </a:lnTo>
                  <a:lnTo>
                    <a:pt x="0" y="96324"/>
                  </a:lnTo>
                  <a:lnTo>
                    <a:pt x="0" y="128384"/>
                  </a:lnTo>
                  <a:lnTo>
                    <a:pt x="96324" y="128384"/>
                  </a:lnTo>
                  <a:lnTo>
                    <a:pt x="96324" y="224707"/>
                  </a:lnTo>
                  <a:lnTo>
                    <a:pt x="128384" y="224707"/>
                  </a:lnTo>
                  <a:lnTo>
                    <a:pt x="128384" y="128384"/>
                  </a:lnTo>
                  <a:lnTo>
                    <a:pt x="224671" y="128384"/>
                  </a:lnTo>
                  <a:lnTo>
                    <a:pt x="224671" y="96324"/>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92" name="Google Shape;92;p7"/>
          <p:cNvSpPr txBox="1">
            <a:spLocks noGrp="1"/>
          </p:cNvSpPr>
          <p:nvPr>
            <p:ph type="subTitle" idx="1"/>
          </p:nvPr>
        </p:nvSpPr>
        <p:spPr>
          <a:xfrm>
            <a:off x="905125" y="1878425"/>
            <a:ext cx="4104900" cy="179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Font typeface="Nunito Light"/>
              <a:buChar char="●"/>
              <a:defRPr>
                <a:solidFill>
                  <a:schemeClr val="dk2"/>
                </a:solidFill>
              </a:defRPr>
            </a:lvl1pPr>
            <a:lvl2pPr lvl="1" algn="ctr" rtl="0">
              <a:lnSpc>
                <a:spcPct val="100000"/>
              </a:lnSpc>
              <a:spcBef>
                <a:spcPts val="0"/>
              </a:spcBef>
              <a:spcAft>
                <a:spcPts val="0"/>
              </a:spcAft>
              <a:buSzPts val="1600"/>
              <a:buFont typeface="Nunito Light"/>
              <a:buChar char="○"/>
              <a:defRPr/>
            </a:lvl2pPr>
            <a:lvl3pPr lvl="2" algn="ctr" rtl="0">
              <a:lnSpc>
                <a:spcPct val="100000"/>
              </a:lnSpc>
              <a:spcBef>
                <a:spcPts val="1600"/>
              </a:spcBef>
              <a:spcAft>
                <a:spcPts val="0"/>
              </a:spcAft>
              <a:buSzPts val="1500"/>
              <a:buFont typeface="Nunito Light"/>
              <a:buChar char="■"/>
              <a:defRPr/>
            </a:lvl3pPr>
            <a:lvl4pPr lvl="3" algn="ctr" rtl="0">
              <a:lnSpc>
                <a:spcPct val="100000"/>
              </a:lnSpc>
              <a:spcBef>
                <a:spcPts val="1600"/>
              </a:spcBef>
              <a:spcAft>
                <a:spcPts val="0"/>
              </a:spcAft>
              <a:buSzPts val="1500"/>
              <a:buFont typeface="Nunito Light"/>
              <a:buChar char="●"/>
              <a:defRPr/>
            </a:lvl4pPr>
            <a:lvl5pPr lvl="4" algn="ctr" rtl="0">
              <a:lnSpc>
                <a:spcPct val="100000"/>
              </a:lnSpc>
              <a:spcBef>
                <a:spcPts val="1600"/>
              </a:spcBef>
              <a:spcAft>
                <a:spcPts val="0"/>
              </a:spcAft>
              <a:buSzPts val="1400"/>
              <a:buFont typeface="Nunito Light"/>
              <a:buChar char="○"/>
              <a:defRPr/>
            </a:lvl5pPr>
            <a:lvl6pPr lvl="5" algn="ctr" rtl="0">
              <a:lnSpc>
                <a:spcPct val="100000"/>
              </a:lnSpc>
              <a:spcBef>
                <a:spcPts val="1600"/>
              </a:spcBef>
              <a:spcAft>
                <a:spcPts val="0"/>
              </a:spcAft>
              <a:buSzPts val="1400"/>
              <a:buFont typeface="Nunito Light"/>
              <a:buChar char="■"/>
              <a:defRPr/>
            </a:lvl6pPr>
            <a:lvl7pPr lvl="6" algn="ctr" rtl="0">
              <a:lnSpc>
                <a:spcPct val="100000"/>
              </a:lnSpc>
              <a:spcBef>
                <a:spcPts val="1600"/>
              </a:spcBef>
              <a:spcAft>
                <a:spcPts val="0"/>
              </a:spcAft>
              <a:buSzPts val="1300"/>
              <a:buFont typeface="Nunito Light"/>
              <a:buChar char="●"/>
              <a:defRPr/>
            </a:lvl7pPr>
            <a:lvl8pPr lvl="7" algn="ctr" rtl="0">
              <a:lnSpc>
                <a:spcPct val="100000"/>
              </a:lnSpc>
              <a:spcBef>
                <a:spcPts val="1600"/>
              </a:spcBef>
              <a:spcAft>
                <a:spcPts val="0"/>
              </a:spcAft>
              <a:buSzPts val="1300"/>
              <a:buFont typeface="Nunito Light"/>
              <a:buChar char="○"/>
              <a:defRPr/>
            </a:lvl8pPr>
            <a:lvl9pPr lvl="8" algn="ctr" rtl="0">
              <a:lnSpc>
                <a:spcPct val="100000"/>
              </a:lnSpc>
              <a:spcBef>
                <a:spcPts val="1600"/>
              </a:spcBef>
              <a:spcAft>
                <a:spcPts val="1600"/>
              </a:spcAft>
              <a:buSzPts val="1400"/>
              <a:buFont typeface="Nunito Light"/>
              <a:buChar char="■"/>
              <a:defRPr/>
            </a:lvl9pPr>
          </a:lstStyle>
          <a:p/>
        </p:txBody>
      </p:sp>
      <p:sp>
        <p:nvSpPr>
          <p:cNvPr id="93" name="Google Shape;93;p7"/>
          <p:cNvSpPr txBox="1">
            <a:spLocks noGrp="1"/>
          </p:cNvSpPr>
          <p:nvPr>
            <p:ph type="title"/>
          </p:nvPr>
        </p:nvSpPr>
        <p:spPr>
          <a:xfrm>
            <a:off x="720000" y="474850"/>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4"/>
        <p:cNvGrpSpPr/>
        <p:nvPr/>
      </p:nvGrpSpPr>
      <p:grpSpPr>
        <a:xfrm>
          <a:off x="0" y="0"/>
          <a:ext cx="0" cy="0"/>
          <a:chOff x="0" y="0"/>
          <a:chExt cx="0" cy="0"/>
        </a:xfrm>
      </p:grpSpPr>
      <p:sp>
        <p:nvSpPr>
          <p:cNvPr id="95" name="Google Shape;95;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5000"/>
              <a:buNone/>
              <a:defRPr sz="5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96" name="Google Shape;96;p8"/>
          <p:cNvGrpSpPr/>
          <p:nvPr/>
        </p:nvGrpSpPr>
        <p:grpSpPr>
          <a:xfrm>
            <a:off x="-2758140" y="-1557508"/>
            <a:ext cx="14660280" cy="7961083"/>
            <a:chOff x="-2758140" y="-1557508"/>
            <a:chExt cx="14660280" cy="7961083"/>
          </a:xfrm>
        </p:grpSpPr>
        <p:grpSp>
          <p:nvGrpSpPr>
            <p:cNvPr id="97" name="Google Shape;97;p8"/>
            <p:cNvGrpSpPr/>
            <p:nvPr/>
          </p:nvGrpSpPr>
          <p:grpSpPr>
            <a:xfrm>
              <a:off x="-2758140" y="-1557508"/>
              <a:ext cx="14660280" cy="2441322"/>
              <a:chOff x="-3148866" y="-1557508"/>
              <a:chExt cx="14660280" cy="2441322"/>
            </a:xfrm>
          </p:grpSpPr>
          <p:sp>
            <p:nvSpPr>
              <p:cNvPr id="98" name="Google Shape;98;p8"/>
              <p:cNvSpPr/>
              <p:nvPr/>
            </p:nvSpPr>
            <p:spPr>
              <a:xfrm rot="-5400000">
                <a:off x="-316424" y="-43899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9" name="Google Shape;99;p8"/>
              <p:cNvSpPr/>
              <p:nvPr/>
            </p:nvSpPr>
            <p:spPr>
              <a:xfrm rot="-5400000">
                <a:off x="6237651" y="-43899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100" name="Google Shape;100;p8"/>
            <p:cNvGrpSpPr/>
            <p:nvPr/>
          </p:nvGrpSpPr>
          <p:grpSpPr>
            <a:xfrm>
              <a:off x="96643" y="-185591"/>
              <a:ext cx="9511162" cy="6589166"/>
              <a:chOff x="96643" y="-185591"/>
              <a:chExt cx="9511162" cy="6589166"/>
            </a:xfrm>
          </p:grpSpPr>
          <p:sp>
            <p:nvSpPr>
              <p:cNvPr id="101" name="Google Shape;101;p8"/>
              <p:cNvSpPr/>
              <p:nvPr/>
            </p:nvSpPr>
            <p:spPr>
              <a:xfrm flipH="1">
                <a:off x="988224" y="372624"/>
                <a:ext cx="251315" cy="251315"/>
              </a:xfrm>
              <a:custGeom>
                <a:avLst/>
                <a:gdLst/>
                <a:ahLst/>
                <a:cxnLst/>
                <a:rect l="l" t="t" r="r" b="b"/>
                <a:pathLst>
                  <a:path w="207698" h="207698" extrusionOk="0">
                    <a:moveTo>
                      <a:pt x="207698" y="89035"/>
                    </a:moveTo>
                    <a:lnTo>
                      <a:pt x="139590" y="89035"/>
                    </a:lnTo>
                    <a:lnTo>
                      <a:pt x="187752" y="40909"/>
                    </a:lnTo>
                    <a:lnTo>
                      <a:pt x="166790" y="19947"/>
                    </a:lnTo>
                    <a:lnTo>
                      <a:pt x="118664" y="68072"/>
                    </a:lnTo>
                    <a:lnTo>
                      <a:pt x="118664" y="0"/>
                    </a:lnTo>
                    <a:lnTo>
                      <a:pt x="89034" y="0"/>
                    </a:lnTo>
                    <a:lnTo>
                      <a:pt x="89034" y="68072"/>
                    </a:lnTo>
                    <a:lnTo>
                      <a:pt x="40872" y="19947"/>
                    </a:lnTo>
                    <a:lnTo>
                      <a:pt x="19947" y="40909"/>
                    </a:lnTo>
                    <a:lnTo>
                      <a:pt x="68072" y="89035"/>
                    </a:lnTo>
                    <a:lnTo>
                      <a:pt x="0" y="89035"/>
                    </a:lnTo>
                    <a:lnTo>
                      <a:pt x="0" y="118664"/>
                    </a:lnTo>
                    <a:lnTo>
                      <a:pt x="68072" y="118664"/>
                    </a:lnTo>
                    <a:lnTo>
                      <a:pt x="19947" y="166790"/>
                    </a:lnTo>
                    <a:lnTo>
                      <a:pt x="40872" y="187752"/>
                    </a:lnTo>
                    <a:lnTo>
                      <a:pt x="89034" y="139626"/>
                    </a:lnTo>
                    <a:lnTo>
                      <a:pt x="89034" y="207698"/>
                    </a:lnTo>
                    <a:lnTo>
                      <a:pt x="118664" y="207698"/>
                    </a:lnTo>
                    <a:lnTo>
                      <a:pt x="118664" y="139626"/>
                    </a:lnTo>
                    <a:lnTo>
                      <a:pt x="166790" y="187752"/>
                    </a:lnTo>
                    <a:lnTo>
                      <a:pt x="187752" y="166790"/>
                    </a:lnTo>
                    <a:lnTo>
                      <a:pt x="139590" y="118664"/>
                    </a:lnTo>
                    <a:lnTo>
                      <a:pt x="207698" y="118664"/>
                    </a:lnTo>
                    <a:lnTo>
                      <a:pt x="207698" y="89035"/>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02" name="Google Shape;102;p8"/>
              <p:cNvGrpSpPr/>
              <p:nvPr/>
            </p:nvGrpSpPr>
            <p:grpSpPr>
              <a:xfrm>
                <a:off x="7409911" y="-185591"/>
                <a:ext cx="1275844" cy="476741"/>
                <a:chOff x="1029776" y="-2882299"/>
                <a:chExt cx="700397" cy="261744"/>
              </a:xfrm>
            </p:grpSpPr>
            <p:sp>
              <p:nvSpPr>
                <p:cNvPr id="103" name="Google Shape;103;p8"/>
                <p:cNvSpPr/>
                <p:nvPr/>
              </p:nvSpPr>
              <p:spPr>
                <a:xfrm>
                  <a:off x="1029776" y="-2882299"/>
                  <a:ext cx="700397" cy="109751"/>
                </a:xfrm>
                <a:custGeom>
                  <a:avLst/>
                  <a:gdLst/>
                  <a:ahLst/>
                  <a:cxnLst/>
                  <a:rect l="l" t="t" r="r" b="b"/>
                  <a:pathLst>
                    <a:path w="933863" h="146335" extrusionOk="0">
                      <a:moveTo>
                        <a:pt x="0" y="146335"/>
                      </a:moveTo>
                      <a:lnTo>
                        <a:pt x="0" y="50156"/>
                      </a:lnTo>
                      <a:cubicBezTo>
                        <a:pt x="24770" y="50156"/>
                        <a:pt x="34344" y="43955"/>
                        <a:pt x="51789" y="32749"/>
                      </a:cubicBezTo>
                      <a:cubicBezTo>
                        <a:pt x="73222" y="18931"/>
                        <a:pt x="102598" y="0"/>
                        <a:pt x="155692" y="0"/>
                      </a:cubicBezTo>
                      <a:cubicBezTo>
                        <a:pt x="208786" y="0"/>
                        <a:pt x="238126" y="18931"/>
                        <a:pt x="259596" y="32749"/>
                      </a:cubicBezTo>
                      <a:cubicBezTo>
                        <a:pt x="277004" y="43991"/>
                        <a:pt x="286614" y="50156"/>
                        <a:pt x="311384" y="50156"/>
                      </a:cubicBezTo>
                      <a:cubicBezTo>
                        <a:pt x="336154" y="50156"/>
                        <a:pt x="345729" y="43955"/>
                        <a:pt x="363137" y="32749"/>
                      </a:cubicBezTo>
                      <a:cubicBezTo>
                        <a:pt x="384570" y="18931"/>
                        <a:pt x="413946" y="0"/>
                        <a:pt x="467004" y="0"/>
                      </a:cubicBezTo>
                      <a:cubicBezTo>
                        <a:pt x="520062" y="0"/>
                        <a:pt x="549438" y="18931"/>
                        <a:pt x="570871" y="32749"/>
                      </a:cubicBezTo>
                      <a:cubicBezTo>
                        <a:pt x="588279" y="43991"/>
                        <a:pt x="597890" y="50156"/>
                        <a:pt x="622624" y="50156"/>
                      </a:cubicBezTo>
                      <a:cubicBezTo>
                        <a:pt x="647358" y="50156"/>
                        <a:pt x="656968" y="43955"/>
                        <a:pt x="674376" y="32749"/>
                      </a:cubicBezTo>
                      <a:cubicBezTo>
                        <a:pt x="695810" y="18931"/>
                        <a:pt x="725185" y="0"/>
                        <a:pt x="778243" y="0"/>
                      </a:cubicBezTo>
                      <a:cubicBezTo>
                        <a:pt x="831301" y="0"/>
                        <a:pt x="860677" y="18931"/>
                        <a:pt x="882111" y="32749"/>
                      </a:cubicBezTo>
                      <a:cubicBezTo>
                        <a:pt x="899519" y="43991"/>
                        <a:pt x="909129" y="50156"/>
                        <a:pt x="933863" y="50156"/>
                      </a:cubicBezTo>
                      <a:lnTo>
                        <a:pt x="933863" y="146335"/>
                      </a:lnTo>
                      <a:cubicBezTo>
                        <a:pt x="880805" y="146335"/>
                        <a:pt x="851429" y="127404"/>
                        <a:pt x="829996" y="113587"/>
                      </a:cubicBezTo>
                      <a:cubicBezTo>
                        <a:pt x="812588" y="102344"/>
                        <a:pt x="802977" y="96179"/>
                        <a:pt x="778243" y="96179"/>
                      </a:cubicBezTo>
                      <a:cubicBezTo>
                        <a:pt x="753510" y="96179"/>
                        <a:pt x="743899" y="102380"/>
                        <a:pt x="726491" y="113587"/>
                      </a:cubicBezTo>
                      <a:cubicBezTo>
                        <a:pt x="705058" y="127404"/>
                        <a:pt x="675682" y="146335"/>
                        <a:pt x="622624" y="146335"/>
                      </a:cubicBezTo>
                      <a:cubicBezTo>
                        <a:pt x="569566" y="146335"/>
                        <a:pt x="540190" y="127404"/>
                        <a:pt x="518756" y="113587"/>
                      </a:cubicBezTo>
                      <a:cubicBezTo>
                        <a:pt x="501348" y="102344"/>
                        <a:pt x="491738" y="96179"/>
                        <a:pt x="467004" y="96179"/>
                      </a:cubicBezTo>
                      <a:cubicBezTo>
                        <a:pt x="442270" y="96179"/>
                        <a:pt x="432660" y="102380"/>
                        <a:pt x="415252" y="113587"/>
                      </a:cubicBezTo>
                      <a:cubicBezTo>
                        <a:pt x="393818" y="127404"/>
                        <a:pt x="364442" y="146335"/>
                        <a:pt x="311384" y="146335"/>
                      </a:cubicBezTo>
                      <a:cubicBezTo>
                        <a:pt x="258326" y="146335"/>
                        <a:pt x="228951" y="127404"/>
                        <a:pt x="207481" y="113587"/>
                      </a:cubicBezTo>
                      <a:cubicBezTo>
                        <a:pt x="190073" y="102344"/>
                        <a:pt x="180462" y="96179"/>
                        <a:pt x="155692" y="96179"/>
                      </a:cubicBezTo>
                      <a:cubicBezTo>
                        <a:pt x="130922" y="96179"/>
                        <a:pt x="121348" y="102380"/>
                        <a:pt x="103904" y="113587"/>
                      </a:cubicBezTo>
                      <a:cubicBezTo>
                        <a:pt x="82470" y="127404"/>
                        <a:pt x="53094" y="146335"/>
                        <a:pt x="0" y="146335"/>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 name="Google Shape;104;p8"/>
                <p:cNvSpPr/>
                <p:nvPr/>
              </p:nvSpPr>
              <p:spPr>
                <a:xfrm>
                  <a:off x="1029776" y="-2730306"/>
                  <a:ext cx="700397" cy="109751"/>
                </a:xfrm>
                <a:custGeom>
                  <a:avLst/>
                  <a:gdLst/>
                  <a:ahLst/>
                  <a:cxnLst/>
                  <a:rect l="l" t="t" r="r" b="b"/>
                  <a:pathLst>
                    <a:path w="933863" h="146335" extrusionOk="0">
                      <a:moveTo>
                        <a:pt x="0" y="146336"/>
                      </a:moveTo>
                      <a:lnTo>
                        <a:pt x="0" y="50157"/>
                      </a:lnTo>
                      <a:cubicBezTo>
                        <a:pt x="24770" y="50157"/>
                        <a:pt x="34344" y="43955"/>
                        <a:pt x="51789" y="32749"/>
                      </a:cubicBezTo>
                      <a:cubicBezTo>
                        <a:pt x="73222" y="18931"/>
                        <a:pt x="102598" y="0"/>
                        <a:pt x="155692" y="0"/>
                      </a:cubicBezTo>
                      <a:cubicBezTo>
                        <a:pt x="208786" y="0"/>
                        <a:pt x="238126" y="18931"/>
                        <a:pt x="259596" y="32749"/>
                      </a:cubicBezTo>
                      <a:cubicBezTo>
                        <a:pt x="277004" y="43991"/>
                        <a:pt x="286614" y="50157"/>
                        <a:pt x="311384" y="50157"/>
                      </a:cubicBezTo>
                      <a:cubicBezTo>
                        <a:pt x="336154" y="50157"/>
                        <a:pt x="345729" y="43955"/>
                        <a:pt x="363137" y="32749"/>
                      </a:cubicBezTo>
                      <a:cubicBezTo>
                        <a:pt x="384570" y="18931"/>
                        <a:pt x="413946" y="0"/>
                        <a:pt x="467004" y="0"/>
                      </a:cubicBezTo>
                      <a:cubicBezTo>
                        <a:pt x="520062" y="0"/>
                        <a:pt x="549438" y="18931"/>
                        <a:pt x="570871" y="32749"/>
                      </a:cubicBezTo>
                      <a:cubicBezTo>
                        <a:pt x="588279" y="43991"/>
                        <a:pt x="597890" y="50157"/>
                        <a:pt x="622624" y="50157"/>
                      </a:cubicBezTo>
                      <a:cubicBezTo>
                        <a:pt x="647358" y="50157"/>
                        <a:pt x="656968" y="43955"/>
                        <a:pt x="674376" y="32749"/>
                      </a:cubicBezTo>
                      <a:cubicBezTo>
                        <a:pt x="695810" y="18931"/>
                        <a:pt x="725185" y="0"/>
                        <a:pt x="778243" y="0"/>
                      </a:cubicBezTo>
                      <a:cubicBezTo>
                        <a:pt x="831301" y="0"/>
                        <a:pt x="860677" y="18931"/>
                        <a:pt x="882111" y="32749"/>
                      </a:cubicBezTo>
                      <a:cubicBezTo>
                        <a:pt x="899519" y="43991"/>
                        <a:pt x="909129" y="50157"/>
                        <a:pt x="933863" y="50157"/>
                      </a:cubicBezTo>
                      <a:lnTo>
                        <a:pt x="933863" y="146336"/>
                      </a:lnTo>
                      <a:cubicBezTo>
                        <a:pt x="880805" y="146336"/>
                        <a:pt x="851429" y="127404"/>
                        <a:pt x="829996" y="113587"/>
                      </a:cubicBezTo>
                      <a:cubicBezTo>
                        <a:pt x="812588" y="102344"/>
                        <a:pt x="802977" y="96179"/>
                        <a:pt x="778243" y="96179"/>
                      </a:cubicBezTo>
                      <a:cubicBezTo>
                        <a:pt x="753510" y="96179"/>
                        <a:pt x="743899" y="102381"/>
                        <a:pt x="726491" y="113587"/>
                      </a:cubicBezTo>
                      <a:cubicBezTo>
                        <a:pt x="705058" y="127404"/>
                        <a:pt x="675682" y="146336"/>
                        <a:pt x="622624" y="146336"/>
                      </a:cubicBezTo>
                      <a:cubicBezTo>
                        <a:pt x="569566" y="146336"/>
                        <a:pt x="540190" y="127404"/>
                        <a:pt x="518756" y="113587"/>
                      </a:cubicBezTo>
                      <a:cubicBezTo>
                        <a:pt x="501348" y="102344"/>
                        <a:pt x="491738" y="96179"/>
                        <a:pt x="467004" y="96179"/>
                      </a:cubicBezTo>
                      <a:cubicBezTo>
                        <a:pt x="442270" y="96179"/>
                        <a:pt x="432660" y="102381"/>
                        <a:pt x="415252" y="113587"/>
                      </a:cubicBezTo>
                      <a:cubicBezTo>
                        <a:pt x="393818" y="127404"/>
                        <a:pt x="364442" y="146336"/>
                        <a:pt x="311384" y="146336"/>
                      </a:cubicBezTo>
                      <a:cubicBezTo>
                        <a:pt x="258326" y="146336"/>
                        <a:pt x="228951" y="127404"/>
                        <a:pt x="207481" y="113587"/>
                      </a:cubicBezTo>
                      <a:cubicBezTo>
                        <a:pt x="190073" y="102344"/>
                        <a:pt x="180462" y="96179"/>
                        <a:pt x="155692" y="96179"/>
                      </a:cubicBezTo>
                      <a:cubicBezTo>
                        <a:pt x="130922" y="96179"/>
                        <a:pt x="121348" y="102381"/>
                        <a:pt x="103904" y="113587"/>
                      </a:cubicBezTo>
                      <a:cubicBezTo>
                        <a:pt x="82470" y="127404"/>
                        <a:pt x="53094" y="146336"/>
                        <a:pt x="0" y="146336"/>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05" name="Google Shape;105;p8"/>
              <p:cNvSpPr/>
              <p:nvPr/>
            </p:nvSpPr>
            <p:spPr>
              <a:xfrm flipH="1">
                <a:off x="96643" y="4104588"/>
                <a:ext cx="476681" cy="476681"/>
              </a:xfrm>
              <a:custGeom>
                <a:avLst/>
                <a:gdLst/>
                <a:ahLst/>
                <a:cxnLst/>
                <a:rect l="l" t="t" r="r" b="b"/>
                <a:pathLst>
                  <a:path w="342936" h="342936" extrusionOk="0">
                    <a:moveTo>
                      <a:pt x="171468" y="0"/>
                    </a:moveTo>
                    <a:cubicBezTo>
                      <a:pt x="76776" y="0"/>
                      <a:pt x="0" y="76776"/>
                      <a:pt x="0" y="171468"/>
                    </a:cubicBezTo>
                    <a:cubicBezTo>
                      <a:pt x="0" y="266160"/>
                      <a:pt x="76776" y="342936"/>
                      <a:pt x="171468" y="342936"/>
                    </a:cubicBezTo>
                    <a:cubicBezTo>
                      <a:pt x="266160" y="342936"/>
                      <a:pt x="342936" y="266160"/>
                      <a:pt x="342936" y="171468"/>
                    </a:cubicBezTo>
                    <a:cubicBezTo>
                      <a:pt x="342936" y="76776"/>
                      <a:pt x="266160" y="0"/>
                      <a:pt x="171468" y="0"/>
                    </a:cubicBezTo>
                    <a:close/>
                    <a:moveTo>
                      <a:pt x="171468" y="281863"/>
                    </a:moveTo>
                    <a:cubicBezTo>
                      <a:pt x="110504" y="281863"/>
                      <a:pt x="61073" y="232432"/>
                      <a:pt x="61073" y="171468"/>
                    </a:cubicBezTo>
                    <a:cubicBezTo>
                      <a:pt x="61073" y="110504"/>
                      <a:pt x="110504" y="61073"/>
                      <a:pt x="171468" y="61073"/>
                    </a:cubicBezTo>
                    <a:cubicBezTo>
                      <a:pt x="232432" y="61073"/>
                      <a:pt x="281863" y="110504"/>
                      <a:pt x="281863" y="171468"/>
                    </a:cubicBezTo>
                    <a:cubicBezTo>
                      <a:pt x="281863" y="232432"/>
                      <a:pt x="232432" y="281863"/>
                      <a:pt x="171468" y="281863"/>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06" name="Google Shape;106;p8"/>
              <p:cNvGrpSpPr/>
              <p:nvPr/>
            </p:nvGrpSpPr>
            <p:grpSpPr>
              <a:xfrm rot="-5400000" flipH="1">
                <a:off x="7832003" y="4627772"/>
                <a:ext cx="2367791" cy="1183814"/>
                <a:chOff x="6896277" y="-5142175"/>
                <a:chExt cx="803104" cy="401551"/>
              </a:xfrm>
            </p:grpSpPr>
            <p:sp>
              <p:nvSpPr>
                <p:cNvPr id="107" name="Google Shape;107;p8"/>
                <p:cNvSpPr/>
                <p:nvPr/>
              </p:nvSpPr>
              <p:spPr>
                <a:xfrm>
                  <a:off x="6896277" y="-5142175"/>
                  <a:ext cx="803104" cy="401551"/>
                </a:xfrm>
                <a:custGeom>
                  <a:avLst/>
                  <a:gdLst/>
                  <a:ahLst/>
                  <a:cxnLst/>
                  <a:rect l="l" t="t" r="r" b="b"/>
                  <a:pathLst>
                    <a:path w="1070805" h="535402" extrusionOk="0">
                      <a:moveTo>
                        <a:pt x="90884" y="535403"/>
                      </a:moveTo>
                      <a:cubicBezTo>
                        <a:pt x="90884" y="289915"/>
                        <a:pt x="289914" y="90884"/>
                        <a:pt x="535402" y="90884"/>
                      </a:cubicBezTo>
                      <a:cubicBezTo>
                        <a:pt x="780890" y="90884"/>
                        <a:pt x="979921" y="289915"/>
                        <a:pt x="979921" y="535403"/>
                      </a:cubicBezTo>
                      <a:lnTo>
                        <a:pt x="1070806" y="535403"/>
                      </a:lnTo>
                      <a:cubicBezTo>
                        <a:pt x="1070806" y="239722"/>
                        <a:pt x="831120" y="0"/>
                        <a:pt x="535402" y="0"/>
                      </a:cubicBezTo>
                      <a:cubicBezTo>
                        <a:pt x="239685" y="0"/>
                        <a:pt x="0" y="239685"/>
                        <a:pt x="0" y="535403"/>
                      </a:cubicBezTo>
                      <a:lnTo>
                        <a:pt x="90884" y="535403"/>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8" name="Google Shape;108;p8"/>
                <p:cNvSpPr/>
                <p:nvPr/>
              </p:nvSpPr>
              <p:spPr>
                <a:xfrm>
                  <a:off x="7118908" y="-4919517"/>
                  <a:ext cx="357788" cy="178893"/>
                </a:xfrm>
                <a:custGeom>
                  <a:avLst/>
                  <a:gdLst/>
                  <a:ahLst/>
                  <a:cxnLst/>
                  <a:rect l="l" t="t" r="r" b="b"/>
                  <a:pathLst>
                    <a:path w="477050" h="238524" extrusionOk="0">
                      <a:moveTo>
                        <a:pt x="238525" y="84936"/>
                      </a:moveTo>
                      <a:cubicBezTo>
                        <a:pt x="323353" y="84936"/>
                        <a:pt x="392114" y="153698"/>
                        <a:pt x="392114" y="238525"/>
                      </a:cubicBezTo>
                      <a:lnTo>
                        <a:pt x="477050" y="238525"/>
                      </a:lnTo>
                      <a:cubicBezTo>
                        <a:pt x="477050" y="106805"/>
                        <a:pt x="370282" y="0"/>
                        <a:pt x="238525" y="0"/>
                      </a:cubicBezTo>
                      <a:cubicBezTo>
                        <a:pt x="106769" y="0"/>
                        <a:pt x="0" y="106769"/>
                        <a:pt x="0" y="238525"/>
                      </a:cubicBezTo>
                      <a:lnTo>
                        <a:pt x="84937" y="238525"/>
                      </a:lnTo>
                      <a:cubicBezTo>
                        <a:pt x="84937" y="153698"/>
                        <a:pt x="153698" y="84936"/>
                        <a:pt x="238525" y="84936"/>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09" name="Google Shape;109;p8"/>
              <p:cNvSpPr/>
              <p:nvPr/>
            </p:nvSpPr>
            <p:spPr>
              <a:xfrm>
                <a:off x="461777" y="4695133"/>
                <a:ext cx="286459" cy="286459"/>
              </a:xfrm>
              <a:custGeom>
                <a:avLst/>
                <a:gdLst/>
                <a:ahLst/>
                <a:cxnLst/>
                <a:rect l="l" t="t" r="r" b="b"/>
                <a:pathLst>
                  <a:path w="836378" h="836378" extrusionOk="0">
                    <a:moveTo>
                      <a:pt x="836379" y="418189"/>
                    </a:moveTo>
                    <a:cubicBezTo>
                      <a:pt x="836379" y="649149"/>
                      <a:pt x="649149" y="836379"/>
                      <a:pt x="418189" y="836379"/>
                    </a:cubicBezTo>
                    <a:cubicBezTo>
                      <a:pt x="187229" y="836379"/>
                      <a:pt x="0" y="649149"/>
                      <a:pt x="0" y="418189"/>
                    </a:cubicBezTo>
                    <a:cubicBezTo>
                      <a:pt x="0" y="187230"/>
                      <a:pt x="187229" y="0"/>
                      <a:pt x="418189" y="0"/>
                    </a:cubicBezTo>
                    <a:cubicBezTo>
                      <a:pt x="649149" y="0"/>
                      <a:pt x="836379" y="187230"/>
                      <a:pt x="836379" y="418189"/>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0"/>
        <p:cNvGrpSpPr/>
        <p:nvPr/>
      </p:nvGrpSpPr>
      <p:grpSpPr>
        <a:xfrm>
          <a:off x="0" y="0"/>
          <a:ext cx="0" cy="0"/>
          <a:chOff x="0" y="0"/>
          <a:chExt cx="0" cy="0"/>
        </a:xfrm>
      </p:grpSpPr>
      <p:sp>
        <p:nvSpPr>
          <p:cNvPr id="111" name="Google Shape;111;p9"/>
          <p:cNvSpPr txBox="1">
            <a:spLocks noGrp="1"/>
          </p:cNvSpPr>
          <p:nvPr>
            <p:ph type="title"/>
          </p:nvPr>
        </p:nvSpPr>
        <p:spPr>
          <a:xfrm>
            <a:off x="2135550" y="12653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500"/>
              <a:buNone/>
              <a:defRPr sz="4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p:txBody>
      </p:sp>
      <p:sp>
        <p:nvSpPr>
          <p:cNvPr id="112" name="Google Shape;11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400"/>
              <a:buNone/>
              <a:defRPr sz="1600">
                <a:solidFill>
                  <a:schemeClr val="dk2"/>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p:txBody>
      </p:sp>
      <p:grpSp>
        <p:nvGrpSpPr>
          <p:cNvPr id="113" name="Google Shape;113;p9"/>
          <p:cNvGrpSpPr/>
          <p:nvPr/>
        </p:nvGrpSpPr>
        <p:grpSpPr>
          <a:xfrm>
            <a:off x="96569" y="-786514"/>
            <a:ext cx="8785186" cy="5831337"/>
            <a:chOff x="96569" y="-786514"/>
            <a:chExt cx="8785186" cy="5831337"/>
          </a:xfrm>
        </p:grpSpPr>
        <p:grpSp>
          <p:nvGrpSpPr>
            <p:cNvPr id="114" name="Google Shape;114;p9"/>
            <p:cNvGrpSpPr/>
            <p:nvPr/>
          </p:nvGrpSpPr>
          <p:grpSpPr>
            <a:xfrm rot="5400000" flipH="1">
              <a:off x="1324312" y="-380059"/>
              <a:ext cx="1298070" cy="485159"/>
              <a:chOff x="540500" y="421329"/>
              <a:chExt cx="1298070" cy="485159"/>
            </a:xfrm>
          </p:grpSpPr>
          <p:sp>
            <p:nvSpPr>
              <p:cNvPr id="115" name="Google Shape;115;p9"/>
              <p:cNvSpPr/>
              <p:nvPr/>
            </p:nvSpPr>
            <p:spPr>
              <a:xfrm>
                <a:off x="540500" y="421329"/>
                <a:ext cx="1298070" cy="203406"/>
              </a:xfrm>
              <a:custGeom>
                <a:avLst/>
                <a:gdLst/>
                <a:ahLst/>
                <a:cxnLst/>
                <a:rect l="l" t="t" r="r" b="b"/>
                <a:pathLst>
                  <a:path w="933863" h="146335" extrusionOk="0">
                    <a:moveTo>
                      <a:pt x="0" y="146335"/>
                    </a:moveTo>
                    <a:lnTo>
                      <a:pt x="0" y="50156"/>
                    </a:lnTo>
                    <a:cubicBezTo>
                      <a:pt x="24770" y="50156"/>
                      <a:pt x="34344" y="43955"/>
                      <a:pt x="51789" y="32749"/>
                    </a:cubicBezTo>
                    <a:cubicBezTo>
                      <a:pt x="73222" y="18931"/>
                      <a:pt x="102598" y="0"/>
                      <a:pt x="155692" y="0"/>
                    </a:cubicBezTo>
                    <a:cubicBezTo>
                      <a:pt x="208786" y="0"/>
                      <a:pt x="238126" y="18931"/>
                      <a:pt x="259596" y="32749"/>
                    </a:cubicBezTo>
                    <a:cubicBezTo>
                      <a:pt x="277004" y="43991"/>
                      <a:pt x="286614" y="50156"/>
                      <a:pt x="311384" y="50156"/>
                    </a:cubicBezTo>
                    <a:cubicBezTo>
                      <a:pt x="336154" y="50156"/>
                      <a:pt x="345729" y="43955"/>
                      <a:pt x="363137" y="32749"/>
                    </a:cubicBezTo>
                    <a:cubicBezTo>
                      <a:pt x="384570" y="18931"/>
                      <a:pt x="413946" y="0"/>
                      <a:pt x="467004" y="0"/>
                    </a:cubicBezTo>
                    <a:cubicBezTo>
                      <a:pt x="520062" y="0"/>
                      <a:pt x="549438" y="18931"/>
                      <a:pt x="570871" y="32749"/>
                    </a:cubicBezTo>
                    <a:cubicBezTo>
                      <a:pt x="588279" y="43991"/>
                      <a:pt x="597890" y="50156"/>
                      <a:pt x="622624" y="50156"/>
                    </a:cubicBezTo>
                    <a:cubicBezTo>
                      <a:pt x="647358" y="50156"/>
                      <a:pt x="656968" y="43955"/>
                      <a:pt x="674376" y="32749"/>
                    </a:cubicBezTo>
                    <a:cubicBezTo>
                      <a:pt x="695810" y="18931"/>
                      <a:pt x="725185" y="0"/>
                      <a:pt x="778243" y="0"/>
                    </a:cubicBezTo>
                    <a:cubicBezTo>
                      <a:pt x="831301" y="0"/>
                      <a:pt x="860677" y="18931"/>
                      <a:pt x="882111" y="32749"/>
                    </a:cubicBezTo>
                    <a:cubicBezTo>
                      <a:pt x="899519" y="43991"/>
                      <a:pt x="909129" y="50156"/>
                      <a:pt x="933863" y="50156"/>
                    </a:cubicBezTo>
                    <a:lnTo>
                      <a:pt x="933863" y="146335"/>
                    </a:lnTo>
                    <a:cubicBezTo>
                      <a:pt x="880805" y="146335"/>
                      <a:pt x="851429" y="127404"/>
                      <a:pt x="829996" y="113587"/>
                    </a:cubicBezTo>
                    <a:cubicBezTo>
                      <a:pt x="812588" y="102344"/>
                      <a:pt x="802977" y="96179"/>
                      <a:pt x="778243" y="96179"/>
                    </a:cubicBezTo>
                    <a:cubicBezTo>
                      <a:pt x="753510" y="96179"/>
                      <a:pt x="743899" y="102380"/>
                      <a:pt x="726491" y="113587"/>
                    </a:cubicBezTo>
                    <a:cubicBezTo>
                      <a:pt x="705058" y="127404"/>
                      <a:pt x="675682" y="146335"/>
                      <a:pt x="622624" y="146335"/>
                    </a:cubicBezTo>
                    <a:cubicBezTo>
                      <a:pt x="569566" y="146335"/>
                      <a:pt x="540190" y="127404"/>
                      <a:pt x="518756" y="113587"/>
                    </a:cubicBezTo>
                    <a:cubicBezTo>
                      <a:pt x="501348" y="102344"/>
                      <a:pt x="491738" y="96179"/>
                      <a:pt x="467004" y="96179"/>
                    </a:cubicBezTo>
                    <a:cubicBezTo>
                      <a:pt x="442270" y="96179"/>
                      <a:pt x="432660" y="102380"/>
                      <a:pt x="415252" y="113587"/>
                    </a:cubicBezTo>
                    <a:cubicBezTo>
                      <a:pt x="393818" y="127404"/>
                      <a:pt x="364442" y="146335"/>
                      <a:pt x="311384" y="146335"/>
                    </a:cubicBezTo>
                    <a:cubicBezTo>
                      <a:pt x="258326" y="146335"/>
                      <a:pt x="228951" y="127404"/>
                      <a:pt x="207481" y="113587"/>
                    </a:cubicBezTo>
                    <a:cubicBezTo>
                      <a:pt x="190073" y="102344"/>
                      <a:pt x="180462" y="96179"/>
                      <a:pt x="155692" y="96179"/>
                    </a:cubicBezTo>
                    <a:cubicBezTo>
                      <a:pt x="130922" y="96179"/>
                      <a:pt x="121348" y="102380"/>
                      <a:pt x="103904" y="113587"/>
                    </a:cubicBezTo>
                    <a:cubicBezTo>
                      <a:pt x="82470" y="127404"/>
                      <a:pt x="53094" y="146335"/>
                      <a:pt x="0" y="146335"/>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6" name="Google Shape;116;p9"/>
              <p:cNvSpPr/>
              <p:nvPr/>
            </p:nvSpPr>
            <p:spPr>
              <a:xfrm>
                <a:off x="540500" y="703082"/>
                <a:ext cx="1298070" cy="203406"/>
              </a:xfrm>
              <a:custGeom>
                <a:avLst/>
                <a:gdLst/>
                <a:ahLst/>
                <a:cxnLst/>
                <a:rect l="l" t="t" r="r" b="b"/>
                <a:pathLst>
                  <a:path w="933863" h="146335" extrusionOk="0">
                    <a:moveTo>
                      <a:pt x="0" y="146336"/>
                    </a:moveTo>
                    <a:lnTo>
                      <a:pt x="0" y="50157"/>
                    </a:lnTo>
                    <a:cubicBezTo>
                      <a:pt x="24770" y="50157"/>
                      <a:pt x="34344" y="43955"/>
                      <a:pt x="51789" y="32749"/>
                    </a:cubicBezTo>
                    <a:cubicBezTo>
                      <a:pt x="73222" y="18931"/>
                      <a:pt x="102598" y="0"/>
                      <a:pt x="155692" y="0"/>
                    </a:cubicBezTo>
                    <a:cubicBezTo>
                      <a:pt x="208786" y="0"/>
                      <a:pt x="238126" y="18931"/>
                      <a:pt x="259596" y="32749"/>
                    </a:cubicBezTo>
                    <a:cubicBezTo>
                      <a:pt x="277004" y="43991"/>
                      <a:pt x="286614" y="50157"/>
                      <a:pt x="311384" y="50157"/>
                    </a:cubicBezTo>
                    <a:cubicBezTo>
                      <a:pt x="336154" y="50157"/>
                      <a:pt x="345729" y="43955"/>
                      <a:pt x="363137" y="32749"/>
                    </a:cubicBezTo>
                    <a:cubicBezTo>
                      <a:pt x="384570" y="18931"/>
                      <a:pt x="413946" y="0"/>
                      <a:pt x="467004" y="0"/>
                    </a:cubicBezTo>
                    <a:cubicBezTo>
                      <a:pt x="520062" y="0"/>
                      <a:pt x="549438" y="18931"/>
                      <a:pt x="570871" y="32749"/>
                    </a:cubicBezTo>
                    <a:cubicBezTo>
                      <a:pt x="588279" y="43991"/>
                      <a:pt x="597890" y="50157"/>
                      <a:pt x="622624" y="50157"/>
                    </a:cubicBezTo>
                    <a:cubicBezTo>
                      <a:pt x="647358" y="50157"/>
                      <a:pt x="656968" y="43955"/>
                      <a:pt x="674376" y="32749"/>
                    </a:cubicBezTo>
                    <a:cubicBezTo>
                      <a:pt x="695810" y="18931"/>
                      <a:pt x="725185" y="0"/>
                      <a:pt x="778243" y="0"/>
                    </a:cubicBezTo>
                    <a:cubicBezTo>
                      <a:pt x="831301" y="0"/>
                      <a:pt x="860677" y="18931"/>
                      <a:pt x="882111" y="32749"/>
                    </a:cubicBezTo>
                    <a:cubicBezTo>
                      <a:pt x="899519" y="43991"/>
                      <a:pt x="909129" y="50157"/>
                      <a:pt x="933863" y="50157"/>
                    </a:cubicBezTo>
                    <a:lnTo>
                      <a:pt x="933863" y="146336"/>
                    </a:lnTo>
                    <a:cubicBezTo>
                      <a:pt x="880805" y="146336"/>
                      <a:pt x="851429" y="127404"/>
                      <a:pt x="829996" y="113587"/>
                    </a:cubicBezTo>
                    <a:cubicBezTo>
                      <a:pt x="812588" y="102344"/>
                      <a:pt x="802977" y="96179"/>
                      <a:pt x="778243" y="96179"/>
                    </a:cubicBezTo>
                    <a:cubicBezTo>
                      <a:pt x="753510" y="96179"/>
                      <a:pt x="743899" y="102381"/>
                      <a:pt x="726491" y="113587"/>
                    </a:cubicBezTo>
                    <a:cubicBezTo>
                      <a:pt x="705058" y="127404"/>
                      <a:pt x="675682" y="146336"/>
                      <a:pt x="622624" y="146336"/>
                    </a:cubicBezTo>
                    <a:cubicBezTo>
                      <a:pt x="569566" y="146336"/>
                      <a:pt x="540190" y="127404"/>
                      <a:pt x="518756" y="113587"/>
                    </a:cubicBezTo>
                    <a:cubicBezTo>
                      <a:pt x="501348" y="102344"/>
                      <a:pt x="491738" y="96179"/>
                      <a:pt x="467004" y="96179"/>
                    </a:cubicBezTo>
                    <a:cubicBezTo>
                      <a:pt x="442270" y="96179"/>
                      <a:pt x="432660" y="102381"/>
                      <a:pt x="415252" y="113587"/>
                    </a:cubicBezTo>
                    <a:cubicBezTo>
                      <a:pt x="393818" y="127404"/>
                      <a:pt x="364442" y="146336"/>
                      <a:pt x="311384" y="146336"/>
                    </a:cubicBezTo>
                    <a:cubicBezTo>
                      <a:pt x="258326" y="146336"/>
                      <a:pt x="228951" y="127404"/>
                      <a:pt x="207481" y="113587"/>
                    </a:cubicBezTo>
                    <a:cubicBezTo>
                      <a:pt x="190073" y="102344"/>
                      <a:pt x="180462" y="96179"/>
                      <a:pt x="155692" y="96179"/>
                    </a:cubicBezTo>
                    <a:cubicBezTo>
                      <a:pt x="130922" y="96179"/>
                      <a:pt x="121348" y="102381"/>
                      <a:pt x="103904" y="113587"/>
                    </a:cubicBezTo>
                    <a:cubicBezTo>
                      <a:pt x="82470" y="127404"/>
                      <a:pt x="53094" y="146336"/>
                      <a:pt x="0" y="146336"/>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17" name="Google Shape;117;p9"/>
            <p:cNvSpPr/>
            <p:nvPr/>
          </p:nvSpPr>
          <p:spPr>
            <a:xfrm flipH="1">
              <a:off x="8463373" y="3719475"/>
              <a:ext cx="418382" cy="418382"/>
            </a:xfrm>
            <a:custGeom>
              <a:avLst/>
              <a:gdLst/>
              <a:ahLst/>
              <a:cxnLst/>
              <a:rect l="l" t="t" r="r" b="b"/>
              <a:pathLst>
                <a:path w="342936" h="342936" extrusionOk="0">
                  <a:moveTo>
                    <a:pt x="171468" y="0"/>
                  </a:moveTo>
                  <a:cubicBezTo>
                    <a:pt x="76776" y="0"/>
                    <a:pt x="0" y="76776"/>
                    <a:pt x="0" y="171468"/>
                  </a:cubicBezTo>
                  <a:cubicBezTo>
                    <a:pt x="0" y="266160"/>
                    <a:pt x="76776" y="342936"/>
                    <a:pt x="171468" y="342936"/>
                  </a:cubicBezTo>
                  <a:cubicBezTo>
                    <a:pt x="266160" y="342936"/>
                    <a:pt x="342936" y="266160"/>
                    <a:pt x="342936" y="171468"/>
                  </a:cubicBezTo>
                  <a:cubicBezTo>
                    <a:pt x="342936" y="76776"/>
                    <a:pt x="266160" y="0"/>
                    <a:pt x="171468" y="0"/>
                  </a:cubicBezTo>
                  <a:close/>
                  <a:moveTo>
                    <a:pt x="171468" y="281863"/>
                  </a:moveTo>
                  <a:cubicBezTo>
                    <a:pt x="110504" y="281863"/>
                    <a:pt x="61073" y="232432"/>
                    <a:pt x="61073" y="171468"/>
                  </a:cubicBezTo>
                  <a:cubicBezTo>
                    <a:pt x="61073" y="110504"/>
                    <a:pt x="110504" y="61073"/>
                    <a:pt x="171468" y="61073"/>
                  </a:cubicBezTo>
                  <a:cubicBezTo>
                    <a:pt x="232432" y="61073"/>
                    <a:pt x="281863" y="110504"/>
                    <a:pt x="281863" y="171468"/>
                  </a:cubicBezTo>
                  <a:cubicBezTo>
                    <a:pt x="281863" y="232432"/>
                    <a:pt x="232432" y="281863"/>
                    <a:pt x="171468" y="281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18" name="Google Shape;118;p9"/>
            <p:cNvGrpSpPr/>
            <p:nvPr/>
          </p:nvGrpSpPr>
          <p:grpSpPr>
            <a:xfrm flipH="1">
              <a:off x="7750729" y="4369409"/>
              <a:ext cx="1085831" cy="675413"/>
              <a:chOff x="4274895" y="3528397"/>
              <a:chExt cx="740272" cy="460467"/>
            </a:xfrm>
          </p:grpSpPr>
          <p:sp>
            <p:nvSpPr>
              <p:cNvPr id="119" name="Google Shape;119;p9"/>
              <p:cNvSpPr/>
              <p:nvPr/>
            </p:nvSpPr>
            <p:spPr>
              <a:xfrm>
                <a:off x="4274895"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9"/>
              <p:cNvSpPr/>
              <p:nvPr/>
            </p:nvSpPr>
            <p:spPr>
              <a:xfrm>
                <a:off x="4410106"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1" name="Google Shape;121;p9"/>
              <p:cNvSpPr/>
              <p:nvPr/>
            </p:nvSpPr>
            <p:spPr>
              <a:xfrm>
                <a:off x="4545290"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2" name="Google Shape;122;p9"/>
              <p:cNvSpPr/>
              <p:nvPr/>
            </p:nvSpPr>
            <p:spPr>
              <a:xfrm>
                <a:off x="4680500"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3" name="Google Shape;123;p9"/>
              <p:cNvSpPr/>
              <p:nvPr/>
            </p:nvSpPr>
            <p:spPr>
              <a:xfrm>
                <a:off x="4815711"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4" name="Google Shape;124;p9"/>
              <p:cNvSpPr/>
              <p:nvPr/>
            </p:nvSpPr>
            <p:spPr>
              <a:xfrm>
                <a:off x="4950513"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125" name="Google Shape;125;p9"/>
            <p:cNvGrpSpPr/>
            <p:nvPr/>
          </p:nvGrpSpPr>
          <p:grpSpPr>
            <a:xfrm flipH="1">
              <a:off x="6730545" y="-201421"/>
              <a:ext cx="1425966" cy="712982"/>
              <a:chOff x="6083802" y="754477"/>
              <a:chExt cx="1350730" cy="675364"/>
            </a:xfrm>
          </p:grpSpPr>
          <p:sp>
            <p:nvSpPr>
              <p:cNvPr id="126" name="Google Shape;126;p9"/>
              <p:cNvSpPr/>
              <p:nvPr/>
            </p:nvSpPr>
            <p:spPr>
              <a:xfrm>
                <a:off x="6083802" y="754477"/>
                <a:ext cx="1350730" cy="675364"/>
              </a:xfrm>
              <a:custGeom>
                <a:avLst/>
                <a:gdLst/>
                <a:ahLst/>
                <a:cxnLst/>
                <a:rect l="l" t="t" r="r" b="b"/>
                <a:pathLst>
                  <a:path w="1203323" h="601661" extrusionOk="0">
                    <a:moveTo>
                      <a:pt x="1101196" y="0"/>
                    </a:moveTo>
                    <a:cubicBezTo>
                      <a:pt x="1101196" y="275880"/>
                      <a:pt x="877541" y="499535"/>
                      <a:pt x="601661" y="499535"/>
                    </a:cubicBezTo>
                    <a:cubicBezTo>
                      <a:pt x="325782" y="499535"/>
                      <a:pt x="102126" y="275880"/>
                      <a:pt x="102126" y="0"/>
                    </a:cubicBezTo>
                    <a:lnTo>
                      <a:pt x="0" y="0"/>
                    </a:lnTo>
                    <a:cubicBezTo>
                      <a:pt x="0" y="332274"/>
                      <a:pt x="269388" y="601662"/>
                      <a:pt x="601661" y="601662"/>
                    </a:cubicBezTo>
                    <a:cubicBezTo>
                      <a:pt x="933936" y="601662"/>
                      <a:pt x="1203324" y="332274"/>
                      <a:pt x="1203324" y="0"/>
                    </a:cubicBezTo>
                    <a:lnTo>
                      <a:pt x="110119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7" name="Google Shape;127;p9"/>
              <p:cNvSpPr/>
              <p:nvPr/>
            </p:nvSpPr>
            <p:spPr>
              <a:xfrm>
                <a:off x="6393993" y="754477"/>
                <a:ext cx="776975" cy="388487"/>
              </a:xfrm>
              <a:custGeom>
                <a:avLst/>
                <a:gdLst/>
                <a:ahLst/>
                <a:cxnLst/>
                <a:rect l="l" t="t" r="r" b="b"/>
                <a:pathLst>
                  <a:path w="692183" h="346091" extrusionOk="0">
                    <a:moveTo>
                      <a:pt x="346091" y="222858"/>
                    </a:moveTo>
                    <a:cubicBezTo>
                      <a:pt x="223003" y="222858"/>
                      <a:pt x="123234" y="123089"/>
                      <a:pt x="123234" y="0"/>
                    </a:cubicBezTo>
                    <a:lnTo>
                      <a:pt x="0" y="0"/>
                    </a:lnTo>
                    <a:cubicBezTo>
                      <a:pt x="0" y="191161"/>
                      <a:pt x="154967" y="346091"/>
                      <a:pt x="346091" y="346091"/>
                    </a:cubicBezTo>
                    <a:cubicBezTo>
                      <a:pt x="537216" y="346091"/>
                      <a:pt x="692183" y="191125"/>
                      <a:pt x="692183" y="0"/>
                    </a:cubicBezTo>
                    <a:lnTo>
                      <a:pt x="568949" y="0"/>
                    </a:lnTo>
                    <a:cubicBezTo>
                      <a:pt x="568949" y="123089"/>
                      <a:pt x="469180" y="222858"/>
                      <a:pt x="346091" y="222858"/>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28" name="Google Shape;128;p9"/>
            <p:cNvSpPr/>
            <p:nvPr/>
          </p:nvSpPr>
          <p:spPr>
            <a:xfrm flipH="1">
              <a:off x="560201" y="511556"/>
              <a:ext cx="249385" cy="249425"/>
            </a:xfrm>
            <a:custGeom>
              <a:avLst/>
              <a:gdLst/>
              <a:ahLst/>
              <a:cxnLst/>
              <a:rect l="l" t="t" r="r" b="b"/>
              <a:pathLst>
                <a:path w="224671" h="224707" extrusionOk="0">
                  <a:moveTo>
                    <a:pt x="224671" y="96324"/>
                  </a:moveTo>
                  <a:lnTo>
                    <a:pt x="128384" y="96324"/>
                  </a:lnTo>
                  <a:lnTo>
                    <a:pt x="128384" y="0"/>
                  </a:lnTo>
                  <a:lnTo>
                    <a:pt x="96324" y="0"/>
                  </a:lnTo>
                  <a:lnTo>
                    <a:pt x="96324" y="96324"/>
                  </a:lnTo>
                  <a:lnTo>
                    <a:pt x="0" y="96324"/>
                  </a:lnTo>
                  <a:lnTo>
                    <a:pt x="0" y="128384"/>
                  </a:lnTo>
                  <a:lnTo>
                    <a:pt x="96324" y="128384"/>
                  </a:lnTo>
                  <a:lnTo>
                    <a:pt x="96324" y="224707"/>
                  </a:lnTo>
                  <a:lnTo>
                    <a:pt x="128384" y="224707"/>
                  </a:lnTo>
                  <a:lnTo>
                    <a:pt x="128384" y="128384"/>
                  </a:lnTo>
                  <a:lnTo>
                    <a:pt x="224671" y="128384"/>
                  </a:lnTo>
                  <a:lnTo>
                    <a:pt x="224671" y="96324"/>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9" name="Google Shape;129;p9"/>
            <p:cNvSpPr/>
            <p:nvPr/>
          </p:nvSpPr>
          <p:spPr>
            <a:xfrm flipH="1">
              <a:off x="96569" y="760963"/>
              <a:ext cx="713012" cy="713012"/>
            </a:xfrm>
            <a:custGeom>
              <a:avLst/>
              <a:gdLst/>
              <a:ahLst/>
              <a:cxnLst/>
              <a:rect l="l" t="t" r="r" b="b"/>
              <a:pathLst>
                <a:path w="836378" h="836378" extrusionOk="0">
                  <a:moveTo>
                    <a:pt x="836379" y="418189"/>
                  </a:moveTo>
                  <a:cubicBezTo>
                    <a:pt x="836379" y="649149"/>
                    <a:pt x="649149" y="836379"/>
                    <a:pt x="418189" y="836379"/>
                  </a:cubicBezTo>
                  <a:cubicBezTo>
                    <a:pt x="187229" y="836379"/>
                    <a:pt x="0" y="649149"/>
                    <a:pt x="0" y="418189"/>
                  </a:cubicBezTo>
                  <a:cubicBezTo>
                    <a:pt x="0" y="187230"/>
                    <a:pt x="187229" y="0"/>
                    <a:pt x="418189" y="0"/>
                  </a:cubicBezTo>
                  <a:cubicBezTo>
                    <a:pt x="649149" y="0"/>
                    <a:pt x="836379" y="187230"/>
                    <a:pt x="836379" y="418189"/>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sp>
        <p:nvSpPr>
          <p:cNvPr id="131" name="Google Shape;131;p10"/>
          <p:cNvSpPr>
            <a:spLocks noGrp="1"/>
          </p:cNvSpPr>
          <p:nvPr>
            <p:ph type="pic" idx="2"/>
          </p:nvPr>
        </p:nvSpPr>
        <p:spPr>
          <a:xfrm>
            <a:off x="-11250" y="0"/>
            <a:ext cx="9144000" cy="5143500"/>
          </a:xfrm>
          <a:prstGeom prst="rect">
            <a:avLst/>
          </a:prstGeom>
          <a:noFill/>
          <a:ln>
            <a:noFill/>
          </a:ln>
        </p:spPr>
      </p:sp>
      <p:sp>
        <p:nvSpPr>
          <p:cNvPr id="132" name="Google Shape;132;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Font typeface="Montserrat" panose="00000500000000000000"/>
              <a:buNone/>
              <a:defRPr sz="3000">
                <a:latin typeface="Montserrat" panose="00000500000000000000"/>
                <a:ea typeface="Montserrat" panose="00000500000000000000"/>
                <a:cs typeface="Montserrat" panose="00000500000000000000"/>
                <a:sym typeface="Montserrat" panose="00000500000000000000"/>
              </a:defRPr>
            </a:lvl2pPr>
            <a:lvl3pPr lvl="2" algn="ctr" rtl="0">
              <a:spcBef>
                <a:spcPts val="0"/>
              </a:spcBef>
              <a:spcAft>
                <a:spcPts val="0"/>
              </a:spcAft>
              <a:buSzPts val="3000"/>
              <a:buFont typeface="Montserrat" panose="00000500000000000000"/>
              <a:buNone/>
              <a:defRPr sz="3000">
                <a:latin typeface="Montserrat" panose="00000500000000000000"/>
                <a:ea typeface="Montserrat" panose="00000500000000000000"/>
                <a:cs typeface="Montserrat" panose="00000500000000000000"/>
                <a:sym typeface="Montserrat" panose="00000500000000000000"/>
              </a:defRPr>
            </a:lvl3pPr>
            <a:lvl4pPr lvl="3" algn="ctr" rtl="0">
              <a:spcBef>
                <a:spcPts val="0"/>
              </a:spcBef>
              <a:spcAft>
                <a:spcPts val="0"/>
              </a:spcAft>
              <a:buSzPts val="3000"/>
              <a:buFont typeface="Montserrat" panose="00000500000000000000"/>
              <a:buNone/>
              <a:defRPr sz="3000">
                <a:latin typeface="Montserrat" panose="00000500000000000000"/>
                <a:ea typeface="Montserrat" panose="00000500000000000000"/>
                <a:cs typeface="Montserrat" panose="00000500000000000000"/>
                <a:sym typeface="Montserrat" panose="00000500000000000000"/>
              </a:defRPr>
            </a:lvl4pPr>
            <a:lvl5pPr lvl="4" algn="ctr" rtl="0">
              <a:spcBef>
                <a:spcPts val="0"/>
              </a:spcBef>
              <a:spcAft>
                <a:spcPts val="0"/>
              </a:spcAft>
              <a:buSzPts val="3000"/>
              <a:buFont typeface="Montserrat" panose="00000500000000000000"/>
              <a:buNone/>
              <a:defRPr sz="3000">
                <a:latin typeface="Montserrat" panose="00000500000000000000"/>
                <a:ea typeface="Montserrat" panose="00000500000000000000"/>
                <a:cs typeface="Montserrat" panose="00000500000000000000"/>
                <a:sym typeface="Montserrat" panose="00000500000000000000"/>
              </a:defRPr>
            </a:lvl5pPr>
            <a:lvl6pPr lvl="5" algn="ctr" rtl="0">
              <a:spcBef>
                <a:spcPts val="0"/>
              </a:spcBef>
              <a:spcAft>
                <a:spcPts val="0"/>
              </a:spcAft>
              <a:buSzPts val="3000"/>
              <a:buFont typeface="Montserrat" panose="00000500000000000000"/>
              <a:buNone/>
              <a:defRPr sz="3000">
                <a:latin typeface="Montserrat" panose="00000500000000000000"/>
                <a:ea typeface="Montserrat" panose="00000500000000000000"/>
                <a:cs typeface="Montserrat" panose="00000500000000000000"/>
                <a:sym typeface="Montserrat" panose="00000500000000000000"/>
              </a:defRPr>
            </a:lvl6pPr>
            <a:lvl7pPr lvl="6" algn="ctr" rtl="0">
              <a:spcBef>
                <a:spcPts val="0"/>
              </a:spcBef>
              <a:spcAft>
                <a:spcPts val="0"/>
              </a:spcAft>
              <a:buSzPts val="3000"/>
              <a:buFont typeface="Montserrat" panose="00000500000000000000"/>
              <a:buNone/>
              <a:defRPr sz="3000">
                <a:latin typeface="Montserrat" panose="00000500000000000000"/>
                <a:ea typeface="Montserrat" panose="00000500000000000000"/>
                <a:cs typeface="Montserrat" panose="00000500000000000000"/>
                <a:sym typeface="Montserrat" panose="00000500000000000000"/>
              </a:defRPr>
            </a:lvl7pPr>
            <a:lvl8pPr lvl="7" algn="ctr" rtl="0">
              <a:spcBef>
                <a:spcPts val="0"/>
              </a:spcBef>
              <a:spcAft>
                <a:spcPts val="0"/>
              </a:spcAft>
              <a:buSzPts val="3000"/>
              <a:buFont typeface="Montserrat" panose="00000500000000000000"/>
              <a:buNone/>
              <a:defRPr sz="3000">
                <a:latin typeface="Montserrat" panose="00000500000000000000"/>
                <a:ea typeface="Montserrat" panose="00000500000000000000"/>
                <a:cs typeface="Montserrat" panose="00000500000000000000"/>
                <a:sym typeface="Montserrat" panose="00000500000000000000"/>
              </a:defRPr>
            </a:lvl8pPr>
            <a:lvl9pPr lvl="8" algn="ctr" rtl="0">
              <a:spcBef>
                <a:spcPts val="0"/>
              </a:spcBef>
              <a:spcAft>
                <a:spcPts val="0"/>
              </a:spcAft>
              <a:buSzPts val="3000"/>
              <a:buFont typeface="Montserrat" panose="00000500000000000000"/>
              <a:buNone/>
              <a:defRPr sz="3000">
                <a:latin typeface="Montserrat" panose="00000500000000000000"/>
                <a:ea typeface="Montserrat" panose="00000500000000000000"/>
                <a:cs typeface="Montserrat" panose="00000500000000000000"/>
                <a:sym typeface="Montserrat" panose="00000500000000000000"/>
              </a:defRPr>
            </a:lvl9pPr>
          </a:lstStyle>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3"/>
        <p:cNvGrpSpPr/>
        <p:nvPr/>
      </p:nvGrpSpPr>
      <p:grpSpPr>
        <a:xfrm>
          <a:off x="0" y="0"/>
          <a:ext cx="0" cy="0"/>
          <a:chOff x="0" y="0"/>
          <a:chExt cx="0" cy="0"/>
        </a:xfrm>
      </p:grpSpPr>
      <p:sp>
        <p:nvSpPr>
          <p:cNvPr id="134" name="Google Shape;134;p11"/>
          <p:cNvSpPr txBox="1">
            <a:spLocks noGrp="1"/>
          </p:cNvSpPr>
          <p:nvPr>
            <p:ph type="title" hasCustomPrompt="1"/>
          </p:nvPr>
        </p:nvSpPr>
        <p:spPr>
          <a:xfrm>
            <a:off x="1284000" y="1667175"/>
            <a:ext cx="6576000" cy="13119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6000"/>
              <a:buFont typeface="Montserrat" panose="00000500000000000000"/>
              <a:buNone/>
              <a:defRPr sz="6000">
                <a:latin typeface="Montserrat" panose="00000500000000000000"/>
                <a:ea typeface="Montserrat" panose="00000500000000000000"/>
                <a:cs typeface="Montserrat" panose="00000500000000000000"/>
                <a:sym typeface="Montserrat" panose="00000500000000000000"/>
              </a:defRPr>
            </a:lvl2pPr>
            <a:lvl3pPr lvl="2" algn="ctr">
              <a:spcBef>
                <a:spcPts val="0"/>
              </a:spcBef>
              <a:spcAft>
                <a:spcPts val="0"/>
              </a:spcAft>
              <a:buSzPts val="6000"/>
              <a:buFont typeface="Montserrat" panose="00000500000000000000"/>
              <a:buNone/>
              <a:defRPr sz="6000">
                <a:latin typeface="Montserrat" panose="00000500000000000000"/>
                <a:ea typeface="Montserrat" panose="00000500000000000000"/>
                <a:cs typeface="Montserrat" panose="00000500000000000000"/>
                <a:sym typeface="Montserrat" panose="00000500000000000000"/>
              </a:defRPr>
            </a:lvl3pPr>
            <a:lvl4pPr lvl="3" algn="ctr">
              <a:spcBef>
                <a:spcPts val="0"/>
              </a:spcBef>
              <a:spcAft>
                <a:spcPts val="0"/>
              </a:spcAft>
              <a:buSzPts val="6000"/>
              <a:buFont typeface="Montserrat" panose="00000500000000000000"/>
              <a:buNone/>
              <a:defRPr sz="6000">
                <a:latin typeface="Montserrat" panose="00000500000000000000"/>
                <a:ea typeface="Montserrat" panose="00000500000000000000"/>
                <a:cs typeface="Montserrat" panose="00000500000000000000"/>
                <a:sym typeface="Montserrat" panose="00000500000000000000"/>
              </a:defRPr>
            </a:lvl4pPr>
            <a:lvl5pPr lvl="4" algn="ctr">
              <a:spcBef>
                <a:spcPts val="0"/>
              </a:spcBef>
              <a:spcAft>
                <a:spcPts val="0"/>
              </a:spcAft>
              <a:buSzPts val="6000"/>
              <a:buFont typeface="Montserrat" panose="00000500000000000000"/>
              <a:buNone/>
              <a:defRPr sz="6000">
                <a:latin typeface="Montserrat" panose="00000500000000000000"/>
                <a:ea typeface="Montserrat" panose="00000500000000000000"/>
                <a:cs typeface="Montserrat" panose="00000500000000000000"/>
                <a:sym typeface="Montserrat" panose="00000500000000000000"/>
              </a:defRPr>
            </a:lvl5pPr>
            <a:lvl6pPr lvl="5" algn="ctr">
              <a:spcBef>
                <a:spcPts val="0"/>
              </a:spcBef>
              <a:spcAft>
                <a:spcPts val="0"/>
              </a:spcAft>
              <a:buSzPts val="6000"/>
              <a:buFont typeface="Montserrat" panose="00000500000000000000"/>
              <a:buNone/>
              <a:defRPr sz="6000">
                <a:latin typeface="Montserrat" panose="00000500000000000000"/>
                <a:ea typeface="Montserrat" panose="00000500000000000000"/>
                <a:cs typeface="Montserrat" panose="00000500000000000000"/>
                <a:sym typeface="Montserrat" panose="00000500000000000000"/>
              </a:defRPr>
            </a:lvl6pPr>
            <a:lvl7pPr lvl="6" algn="ctr">
              <a:spcBef>
                <a:spcPts val="0"/>
              </a:spcBef>
              <a:spcAft>
                <a:spcPts val="0"/>
              </a:spcAft>
              <a:buSzPts val="6000"/>
              <a:buFont typeface="Montserrat" panose="00000500000000000000"/>
              <a:buNone/>
              <a:defRPr sz="6000">
                <a:latin typeface="Montserrat" panose="00000500000000000000"/>
                <a:ea typeface="Montserrat" panose="00000500000000000000"/>
                <a:cs typeface="Montserrat" panose="00000500000000000000"/>
                <a:sym typeface="Montserrat" panose="00000500000000000000"/>
              </a:defRPr>
            </a:lvl7pPr>
            <a:lvl8pPr lvl="7" algn="ctr">
              <a:spcBef>
                <a:spcPts val="0"/>
              </a:spcBef>
              <a:spcAft>
                <a:spcPts val="0"/>
              </a:spcAft>
              <a:buSzPts val="6000"/>
              <a:buFont typeface="Montserrat" panose="00000500000000000000"/>
              <a:buNone/>
              <a:defRPr sz="6000">
                <a:latin typeface="Montserrat" panose="00000500000000000000"/>
                <a:ea typeface="Montserrat" panose="00000500000000000000"/>
                <a:cs typeface="Montserrat" panose="00000500000000000000"/>
                <a:sym typeface="Montserrat" panose="00000500000000000000"/>
              </a:defRPr>
            </a:lvl8pPr>
            <a:lvl9pPr lvl="8" algn="ctr">
              <a:spcBef>
                <a:spcPts val="0"/>
              </a:spcBef>
              <a:spcAft>
                <a:spcPts val="0"/>
              </a:spcAft>
              <a:buSzPts val="6000"/>
              <a:buFont typeface="Montserrat" panose="00000500000000000000"/>
              <a:buNone/>
              <a:defRPr sz="6000">
                <a:latin typeface="Montserrat" panose="00000500000000000000"/>
                <a:ea typeface="Montserrat" panose="00000500000000000000"/>
                <a:cs typeface="Montserrat" panose="00000500000000000000"/>
                <a:sym typeface="Montserrat" panose="00000500000000000000"/>
              </a:defRPr>
            </a:lvl9pPr>
          </a:lstStyle>
          <a:p>
            <a:r>
              <a:t>xx%</a:t>
            </a:r>
          </a:p>
        </p:txBody>
      </p:sp>
      <p:sp>
        <p:nvSpPr>
          <p:cNvPr id="135" name="Google Shape;135;p11"/>
          <p:cNvSpPr txBox="1">
            <a:spLocks noGrp="1"/>
          </p:cNvSpPr>
          <p:nvPr>
            <p:ph type="subTitle" idx="1"/>
          </p:nvPr>
        </p:nvSpPr>
        <p:spPr>
          <a:xfrm>
            <a:off x="1284000" y="297922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900">
                <a:solidFill>
                  <a:schemeClr val="dk2"/>
                </a:solidFill>
              </a:defRPr>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p:txBody>
      </p:sp>
      <p:grpSp>
        <p:nvGrpSpPr>
          <p:cNvPr id="136" name="Google Shape;136;p11"/>
          <p:cNvGrpSpPr/>
          <p:nvPr/>
        </p:nvGrpSpPr>
        <p:grpSpPr>
          <a:xfrm>
            <a:off x="-2666515" y="771997"/>
            <a:ext cx="14660280" cy="6119916"/>
            <a:chOff x="-2666515" y="771997"/>
            <a:chExt cx="14660280" cy="6119916"/>
          </a:xfrm>
        </p:grpSpPr>
        <p:grpSp>
          <p:nvGrpSpPr>
            <p:cNvPr id="137" name="Google Shape;137;p11"/>
            <p:cNvGrpSpPr/>
            <p:nvPr/>
          </p:nvGrpSpPr>
          <p:grpSpPr>
            <a:xfrm rot="10800000">
              <a:off x="-2666515" y="4450592"/>
              <a:ext cx="14660280" cy="2441322"/>
              <a:chOff x="-3148866" y="-1557508"/>
              <a:chExt cx="14660280" cy="2441322"/>
            </a:xfrm>
          </p:grpSpPr>
          <p:sp>
            <p:nvSpPr>
              <p:cNvPr id="138" name="Google Shape;138;p11"/>
              <p:cNvSpPr/>
              <p:nvPr/>
            </p:nvSpPr>
            <p:spPr>
              <a:xfrm rot="-5400000">
                <a:off x="-316424" y="-43899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9" name="Google Shape;139;p11"/>
              <p:cNvSpPr/>
              <p:nvPr/>
            </p:nvSpPr>
            <p:spPr>
              <a:xfrm rot="-5400000">
                <a:off x="6237651" y="-43899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40" name="Google Shape;140;p11"/>
            <p:cNvSpPr/>
            <p:nvPr/>
          </p:nvSpPr>
          <p:spPr>
            <a:xfrm flipH="1">
              <a:off x="429804" y="771997"/>
              <a:ext cx="286544" cy="285925"/>
            </a:xfrm>
            <a:custGeom>
              <a:avLst/>
              <a:gdLst/>
              <a:ahLst/>
              <a:cxnLst/>
              <a:rect l="l" t="t" r="r" b="b"/>
              <a:pathLst>
                <a:path w="123777" h="123777" extrusionOk="0">
                  <a:moveTo>
                    <a:pt x="0" y="70720"/>
                  </a:moveTo>
                  <a:lnTo>
                    <a:pt x="40582" y="70720"/>
                  </a:lnTo>
                  <a:lnTo>
                    <a:pt x="11859" y="99407"/>
                  </a:lnTo>
                  <a:lnTo>
                    <a:pt x="24371" y="111883"/>
                  </a:lnTo>
                  <a:lnTo>
                    <a:pt x="53058" y="83196"/>
                  </a:lnTo>
                  <a:lnTo>
                    <a:pt x="53058" y="123778"/>
                  </a:lnTo>
                  <a:lnTo>
                    <a:pt x="70720" y="123778"/>
                  </a:lnTo>
                  <a:lnTo>
                    <a:pt x="70720" y="83196"/>
                  </a:lnTo>
                  <a:lnTo>
                    <a:pt x="99407" y="111883"/>
                  </a:lnTo>
                  <a:lnTo>
                    <a:pt x="111918" y="99407"/>
                  </a:lnTo>
                  <a:lnTo>
                    <a:pt x="83196" y="70720"/>
                  </a:lnTo>
                  <a:lnTo>
                    <a:pt x="123778" y="70720"/>
                  </a:lnTo>
                  <a:lnTo>
                    <a:pt x="123778" y="53058"/>
                  </a:lnTo>
                  <a:lnTo>
                    <a:pt x="83196" y="53058"/>
                  </a:lnTo>
                  <a:lnTo>
                    <a:pt x="111918" y="24371"/>
                  </a:lnTo>
                  <a:lnTo>
                    <a:pt x="99407" y="11859"/>
                  </a:lnTo>
                  <a:lnTo>
                    <a:pt x="70720" y="40582"/>
                  </a:lnTo>
                  <a:lnTo>
                    <a:pt x="70720" y="0"/>
                  </a:lnTo>
                  <a:lnTo>
                    <a:pt x="53058" y="0"/>
                  </a:lnTo>
                  <a:lnTo>
                    <a:pt x="53058" y="40582"/>
                  </a:lnTo>
                  <a:lnTo>
                    <a:pt x="24371" y="11859"/>
                  </a:lnTo>
                  <a:lnTo>
                    <a:pt x="11859" y="24371"/>
                  </a:lnTo>
                  <a:lnTo>
                    <a:pt x="40582" y="53058"/>
                  </a:lnTo>
                  <a:lnTo>
                    <a:pt x="0" y="53058"/>
                  </a:lnTo>
                  <a:lnTo>
                    <a:pt x="0" y="7072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grpSp>
          <p:nvGrpSpPr>
            <p:cNvPr id="141" name="Google Shape;141;p11"/>
            <p:cNvGrpSpPr/>
            <p:nvPr/>
          </p:nvGrpSpPr>
          <p:grpSpPr>
            <a:xfrm rot="10800000" flipH="1">
              <a:off x="204117" y="1213728"/>
              <a:ext cx="323366" cy="865201"/>
              <a:chOff x="14298616" y="166555"/>
              <a:chExt cx="261771" cy="700397"/>
            </a:xfrm>
          </p:grpSpPr>
          <p:sp>
            <p:nvSpPr>
              <p:cNvPr id="142" name="Google Shape;142;p11"/>
              <p:cNvSpPr/>
              <p:nvPr/>
            </p:nvSpPr>
            <p:spPr>
              <a:xfrm>
                <a:off x="14298616" y="166555"/>
                <a:ext cx="109751" cy="700397"/>
              </a:xfrm>
              <a:custGeom>
                <a:avLst/>
                <a:gdLst/>
                <a:ahLst/>
                <a:cxnLst/>
                <a:rect l="l" t="t" r="r" b="b"/>
                <a:pathLst>
                  <a:path w="146335" h="933863" extrusionOk="0">
                    <a:moveTo>
                      <a:pt x="146336" y="933863"/>
                    </a:moveTo>
                    <a:lnTo>
                      <a:pt x="50157" y="933863"/>
                    </a:lnTo>
                    <a:cubicBezTo>
                      <a:pt x="50157" y="909093"/>
                      <a:pt x="43955" y="899519"/>
                      <a:pt x="32749" y="882074"/>
                    </a:cubicBezTo>
                    <a:cubicBezTo>
                      <a:pt x="18931" y="860641"/>
                      <a:pt x="0" y="831265"/>
                      <a:pt x="0" y="778171"/>
                    </a:cubicBezTo>
                    <a:cubicBezTo>
                      <a:pt x="0" y="725077"/>
                      <a:pt x="18931" y="695737"/>
                      <a:pt x="32749" y="674267"/>
                    </a:cubicBezTo>
                    <a:cubicBezTo>
                      <a:pt x="43991" y="656859"/>
                      <a:pt x="50157" y="647249"/>
                      <a:pt x="50157" y="622479"/>
                    </a:cubicBezTo>
                    <a:cubicBezTo>
                      <a:pt x="50157" y="597709"/>
                      <a:pt x="43955" y="588134"/>
                      <a:pt x="32749" y="570726"/>
                    </a:cubicBezTo>
                    <a:cubicBezTo>
                      <a:pt x="18931" y="549293"/>
                      <a:pt x="0" y="519917"/>
                      <a:pt x="0" y="466859"/>
                    </a:cubicBezTo>
                    <a:cubicBezTo>
                      <a:pt x="0" y="413801"/>
                      <a:pt x="18931" y="384425"/>
                      <a:pt x="32749" y="362992"/>
                    </a:cubicBezTo>
                    <a:cubicBezTo>
                      <a:pt x="43991" y="345584"/>
                      <a:pt x="50157" y="335973"/>
                      <a:pt x="50157" y="311239"/>
                    </a:cubicBezTo>
                    <a:cubicBezTo>
                      <a:pt x="50157" y="286506"/>
                      <a:pt x="43955" y="276895"/>
                      <a:pt x="32749" y="259487"/>
                    </a:cubicBezTo>
                    <a:cubicBezTo>
                      <a:pt x="18931" y="238053"/>
                      <a:pt x="0" y="208678"/>
                      <a:pt x="0" y="155620"/>
                    </a:cubicBezTo>
                    <a:cubicBezTo>
                      <a:pt x="0" y="102562"/>
                      <a:pt x="18931" y="73186"/>
                      <a:pt x="32749" y="51752"/>
                    </a:cubicBezTo>
                    <a:cubicBezTo>
                      <a:pt x="43991" y="34344"/>
                      <a:pt x="50157" y="24734"/>
                      <a:pt x="50157" y="0"/>
                    </a:cubicBezTo>
                    <a:lnTo>
                      <a:pt x="146336" y="0"/>
                    </a:lnTo>
                    <a:cubicBezTo>
                      <a:pt x="146336" y="53058"/>
                      <a:pt x="127404" y="82434"/>
                      <a:pt x="113587" y="103867"/>
                    </a:cubicBezTo>
                    <a:cubicBezTo>
                      <a:pt x="102344" y="121275"/>
                      <a:pt x="96179" y="130886"/>
                      <a:pt x="96179" y="155620"/>
                    </a:cubicBezTo>
                    <a:cubicBezTo>
                      <a:pt x="96179" y="180353"/>
                      <a:pt x="102380" y="189964"/>
                      <a:pt x="113587" y="207372"/>
                    </a:cubicBezTo>
                    <a:cubicBezTo>
                      <a:pt x="127404" y="228806"/>
                      <a:pt x="146336" y="258181"/>
                      <a:pt x="146336" y="311239"/>
                    </a:cubicBezTo>
                    <a:cubicBezTo>
                      <a:pt x="146336" y="364297"/>
                      <a:pt x="127404" y="393673"/>
                      <a:pt x="113587" y="415107"/>
                    </a:cubicBezTo>
                    <a:cubicBezTo>
                      <a:pt x="102344" y="432515"/>
                      <a:pt x="96179" y="442125"/>
                      <a:pt x="96179" y="466859"/>
                    </a:cubicBezTo>
                    <a:cubicBezTo>
                      <a:pt x="96179" y="491593"/>
                      <a:pt x="102380" y="501203"/>
                      <a:pt x="113587" y="518611"/>
                    </a:cubicBezTo>
                    <a:cubicBezTo>
                      <a:pt x="127404" y="540045"/>
                      <a:pt x="146336" y="569421"/>
                      <a:pt x="146336" y="622479"/>
                    </a:cubicBezTo>
                    <a:cubicBezTo>
                      <a:pt x="146336" y="675537"/>
                      <a:pt x="127404" y="704912"/>
                      <a:pt x="113587" y="726382"/>
                    </a:cubicBezTo>
                    <a:cubicBezTo>
                      <a:pt x="102344" y="743790"/>
                      <a:pt x="96179" y="753401"/>
                      <a:pt x="96179" y="778171"/>
                    </a:cubicBezTo>
                    <a:cubicBezTo>
                      <a:pt x="96179" y="802941"/>
                      <a:pt x="102380" y="812515"/>
                      <a:pt x="113587" y="829960"/>
                    </a:cubicBezTo>
                    <a:cubicBezTo>
                      <a:pt x="127404" y="851393"/>
                      <a:pt x="146336" y="880769"/>
                      <a:pt x="146336" y="933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sp>
            <p:nvSpPr>
              <p:cNvPr id="143" name="Google Shape;143;p11"/>
              <p:cNvSpPr/>
              <p:nvPr/>
            </p:nvSpPr>
            <p:spPr>
              <a:xfrm>
                <a:off x="14450636" y="166555"/>
                <a:ext cx="109751" cy="700397"/>
              </a:xfrm>
              <a:custGeom>
                <a:avLst/>
                <a:gdLst/>
                <a:ahLst/>
                <a:cxnLst/>
                <a:rect l="l" t="t" r="r" b="b"/>
                <a:pathLst>
                  <a:path w="146335" h="933863" extrusionOk="0">
                    <a:moveTo>
                      <a:pt x="146336" y="933863"/>
                    </a:moveTo>
                    <a:lnTo>
                      <a:pt x="50157" y="933863"/>
                    </a:lnTo>
                    <a:cubicBezTo>
                      <a:pt x="50157" y="909093"/>
                      <a:pt x="43955" y="899519"/>
                      <a:pt x="32749" y="882074"/>
                    </a:cubicBezTo>
                    <a:cubicBezTo>
                      <a:pt x="18931" y="860641"/>
                      <a:pt x="0" y="831265"/>
                      <a:pt x="0" y="778171"/>
                    </a:cubicBezTo>
                    <a:cubicBezTo>
                      <a:pt x="0" y="725077"/>
                      <a:pt x="18931" y="695737"/>
                      <a:pt x="32749" y="674267"/>
                    </a:cubicBezTo>
                    <a:cubicBezTo>
                      <a:pt x="43992" y="656859"/>
                      <a:pt x="50157" y="647249"/>
                      <a:pt x="50157" y="622479"/>
                    </a:cubicBezTo>
                    <a:cubicBezTo>
                      <a:pt x="50157" y="597709"/>
                      <a:pt x="43955" y="588134"/>
                      <a:pt x="32749" y="570726"/>
                    </a:cubicBezTo>
                    <a:cubicBezTo>
                      <a:pt x="18931" y="549293"/>
                      <a:pt x="0" y="519917"/>
                      <a:pt x="0" y="466859"/>
                    </a:cubicBezTo>
                    <a:cubicBezTo>
                      <a:pt x="0" y="413801"/>
                      <a:pt x="18931" y="384425"/>
                      <a:pt x="32749" y="362992"/>
                    </a:cubicBezTo>
                    <a:cubicBezTo>
                      <a:pt x="43992" y="345584"/>
                      <a:pt x="50157" y="335973"/>
                      <a:pt x="50157" y="311239"/>
                    </a:cubicBezTo>
                    <a:cubicBezTo>
                      <a:pt x="50157" y="286506"/>
                      <a:pt x="43955" y="276895"/>
                      <a:pt x="32749" y="259487"/>
                    </a:cubicBezTo>
                    <a:cubicBezTo>
                      <a:pt x="18931" y="238053"/>
                      <a:pt x="0" y="208678"/>
                      <a:pt x="0" y="155620"/>
                    </a:cubicBezTo>
                    <a:cubicBezTo>
                      <a:pt x="0" y="102562"/>
                      <a:pt x="18931" y="73186"/>
                      <a:pt x="32749" y="51752"/>
                    </a:cubicBezTo>
                    <a:cubicBezTo>
                      <a:pt x="43992" y="34344"/>
                      <a:pt x="50157" y="24734"/>
                      <a:pt x="50157" y="0"/>
                    </a:cubicBezTo>
                    <a:lnTo>
                      <a:pt x="146336" y="0"/>
                    </a:lnTo>
                    <a:cubicBezTo>
                      <a:pt x="146336" y="53058"/>
                      <a:pt x="127405" y="82434"/>
                      <a:pt x="113587" y="103867"/>
                    </a:cubicBezTo>
                    <a:cubicBezTo>
                      <a:pt x="102344" y="121275"/>
                      <a:pt x="96179" y="130886"/>
                      <a:pt x="96179" y="155620"/>
                    </a:cubicBezTo>
                    <a:cubicBezTo>
                      <a:pt x="96179" y="180353"/>
                      <a:pt x="102380" y="189964"/>
                      <a:pt x="113587" y="207372"/>
                    </a:cubicBezTo>
                    <a:cubicBezTo>
                      <a:pt x="127405" y="228806"/>
                      <a:pt x="146336" y="258181"/>
                      <a:pt x="146336" y="311239"/>
                    </a:cubicBezTo>
                    <a:cubicBezTo>
                      <a:pt x="146336" y="364297"/>
                      <a:pt x="127405" y="393673"/>
                      <a:pt x="113587" y="415107"/>
                    </a:cubicBezTo>
                    <a:cubicBezTo>
                      <a:pt x="102344" y="432515"/>
                      <a:pt x="96179" y="442125"/>
                      <a:pt x="96179" y="466859"/>
                    </a:cubicBezTo>
                    <a:cubicBezTo>
                      <a:pt x="96179" y="491593"/>
                      <a:pt x="102380" y="501203"/>
                      <a:pt x="113587" y="518611"/>
                    </a:cubicBezTo>
                    <a:cubicBezTo>
                      <a:pt x="127405" y="540045"/>
                      <a:pt x="146336" y="569421"/>
                      <a:pt x="146336" y="622479"/>
                    </a:cubicBezTo>
                    <a:cubicBezTo>
                      <a:pt x="146336" y="675537"/>
                      <a:pt x="127405" y="704912"/>
                      <a:pt x="113587" y="726382"/>
                    </a:cubicBezTo>
                    <a:cubicBezTo>
                      <a:pt x="102344" y="743790"/>
                      <a:pt x="96179" y="753401"/>
                      <a:pt x="96179" y="778171"/>
                    </a:cubicBezTo>
                    <a:cubicBezTo>
                      <a:pt x="96179" y="802941"/>
                      <a:pt x="102380" y="812515"/>
                      <a:pt x="113587" y="829960"/>
                    </a:cubicBezTo>
                    <a:cubicBezTo>
                      <a:pt x="127405" y="851393"/>
                      <a:pt x="146336" y="880769"/>
                      <a:pt x="146336" y="933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grpSp>
        <p:sp>
          <p:nvSpPr>
            <p:cNvPr id="144" name="Google Shape;144;p11"/>
            <p:cNvSpPr/>
            <p:nvPr/>
          </p:nvSpPr>
          <p:spPr>
            <a:xfrm flipH="1">
              <a:off x="8740172" y="4335963"/>
              <a:ext cx="168503" cy="168530"/>
            </a:xfrm>
            <a:custGeom>
              <a:avLst/>
              <a:gdLst/>
              <a:ahLst/>
              <a:cxnLst/>
              <a:rect l="l" t="t" r="r" b="b"/>
              <a:pathLst>
                <a:path w="224671" h="224707" extrusionOk="0">
                  <a:moveTo>
                    <a:pt x="224671" y="96324"/>
                  </a:moveTo>
                  <a:lnTo>
                    <a:pt x="128384" y="96324"/>
                  </a:lnTo>
                  <a:lnTo>
                    <a:pt x="128384" y="0"/>
                  </a:lnTo>
                  <a:lnTo>
                    <a:pt x="96324" y="0"/>
                  </a:lnTo>
                  <a:lnTo>
                    <a:pt x="96324" y="96324"/>
                  </a:lnTo>
                  <a:lnTo>
                    <a:pt x="0" y="96324"/>
                  </a:lnTo>
                  <a:lnTo>
                    <a:pt x="0" y="128384"/>
                  </a:lnTo>
                  <a:lnTo>
                    <a:pt x="96324" y="128384"/>
                  </a:lnTo>
                  <a:lnTo>
                    <a:pt x="96324" y="224707"/>
                  </a:lnTo>
                  <a:lnTo>
                    <a:pt x="128384" y="224707"/>
                  </a:lnTo>
                  <a:lnTo>
                    <a:pt x="128384" y="128384"/>
                  </a:lnTo>
                  <a:lnTo>
                    <a:pt x="224671" y="128384"/>
                  </a:lnTo>
                  <a:lnTo>
                    <a:pt x="224671" y="96324"/>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5" name="Google Shape;145;p11"/>
            <p:cNvSpPr/>
            <p:nvPr/>
          </p:nvSpPr>
          <p:spPr>
            <a:xfrm flipH="1">
              <a:off x="8195669" y="3397588"/>
              <a:ext cx="713012" cy="713012"/>
            </a:xfrm>
            <a:custGeom>
              <a:avLst/>
              <a:gdLst/>
              <a:ahLst/>
              <a:cxnLst/>
              <a:rect l="l" t="t" r="r" b="b"/>
              <a:pathLst>
                <a:path w="836378" h="836378" extrusionOk="0">
                  <a:moveTo>
                    <a:pt x="836379" y="418189"/>
                  </a:moveTo>
                  <a:cubicBezTo>
                    <a:pt x="836379" y="649149"/>
                    <a:pt x="649149" y="836379"/>
                    <a:pt x="418189" y="836379"/>
                  </a:cubicBezTo>
                  <a:cubicBezTo>
                    <a:pt x="187229" y="836379"/>
                    <a:pt x="0" y="649149"/>
                    <a:pt x="0" y="418189"/>
                  </a:cubicBezTo>
                  <a:cubicBezTo>
                    <a:pt x="0" y="187230"/>
                    <a:pt x="187229" y="0"/>
                    <a:pt x="418189" y="0"/>
                  </a:cubicBezTo>
                  <a:cubicBezTo>
                    <a:pt x="649149" y="0"/>
                    <a:pt x="836379" y="187230"/>
                    <a:pt x="836379" y="418189"/>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rgbClr val="FFFFFF"/>
        </a:solidFill>
        <a:effectLst/>
      </p:bgPr>
    </p:bg>
    <p:spTree>
      <p:nvGrpSpPr>
        <p:cNvPr id="1" name="Shape 146"/>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156"/>
        <p:cNvGrpSpPr/>
        <p:nvPr/>
      </p:nvGrpSpPr>
      <p:grpSpPr>
        <a:xfrm>
          <a:off x="0" y="0"/>
          <a:ext cx="0" cy="0"/>
          <a:chOff x="0" y="0"/>
          <a:chExt cx="0" cy="0"/>
        </a:xfrm>
      </p:grpSpPr>
      <p:grpSp>
        <p:nvGrpSpPr>
          <p:cNvPr id="157" name="Google Shape;157;p14"/>
          <p:cNvGrpSpPr/>
          <p:nvPr/>
        </p:nvGrpSpPr>
        <p:grpSpPr>
          <a:xfrm>
            <a:off x="82922" y="-101174"/>
            <a:ext cx="8989382" cy="5165573"/>
            <a:chOff x="82922" y="-101174"/>
            <a:chExt cx="8989382" cy="5165573"/>
          </a:xfrm>
        </p:grpSpPr>
        <p:sp>
          <p:nvSpPr>
            <p:cNvPr id="158" name="Google Shape;158;p14"/>
            <p:cNvSpPr/>
            <p:nvPr/>
          </p:nvSpPr>
          <p:spPr>
            <a:xfrm flipH="1">
              <a:off x="82922" y="4353038"/>
              <a:ext cx="168503" cy="168530"/>
            </a:xfrm>
            <a:custGeom>
              <a:avLst/>
              <a:gdLst/>
              <a:ahLst/>
              <a:cxnLst/>
              <a:rect l="l" t="t" r="r" b="b"/>
              <a:pathLst>
                <a:path w="224671" h="224707" extrusionOk="0">
                  <a:moveTo>
                    <a:pt x="224671" y="96324"/>
                  </a:moveTo>
                  <a:lnTo>
                    <a:pt x="128384" y="96324"/>
                  </a:lnTo>
                  <a:lnTo>
                    <a:pt x="128384" y="0"/>
                  </a:lnTo>
                  <a:lnTo>
                    <a:pt x="96324" y="0"/>
                  </a:lnTo>
                  <a:lnTo>
                    <a:pt x="96324" y="96324"/>
                  </a:lnTo>
                  <a:lnTo>
                    <a:pt x="0" y="96324"/>
                  </a:lnTo>
                  <a:lnTo>
                    <a:pt x="0" y="128384"/>
                  </a:lnTo>
                  <a:lnTo>
                    <a:pt x="96324" y="128384"/>
                  </a:lnTo>
                  <a:lnTo>
                    <a:pt x="96324" y="224707"/>
                  </a:lnTo>
                  <a:lnTo>
                    <a:pt x="128384" y="224707"/>
                  </a:lnTo>
                  <a:lnTo>
                    <a:pt x="128384" y="128384"/>
                  </a:lnTo>
                  <a:lnTo>
                    <a:pt x="224671" y="128384"/>
                  </a:lnTo>
                  <a:lnTo>
                    <a:pt x="224671" y="96324"/>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9" name="Google Shape;159;p14"/>
            <p:cNvSpPr/>
            <p:nvPr/>
          </p:nvSpPr>
          <p:spPr>
            <a:xfrm flipH="1">
              <a:off x="418051" y="4762451"/>
              <a:ext cx="301948" cy="301948"/>
            </a:xfrm>
            <a:custGeom>
              <a:avLst/>
              <a:gdLst/>
              <a:ahLst/>
              <a:cxnLst/>
              <a:rect l="l" t="t" r="r" b="b"/>
              <a:pathLst>
                <a:path w="635679" h="635679" extrusionOk="0">
                  <a:moveTo>
                    <a:pt x="635680" y="317840"/>
                  </a:moveTo>
                  <a:cubicBezTo>
                    <a:pt x="635680" y="493378"/>
                    <a:pt x="493378" y="635680"/>
                    <a:pt x="317840" y="635680"/>
                  </a:cubicBezTo>
                  <a:cubicBezTo>
                    <a:pt x="142302" y="635680"/>
                    <a:pt x="0" y="493378"/>
                    <a:pt x="0" y="317840"/>
                  </a:cubicBezTo>
                  <a:cubicBezTo>
                    <a:pt x="0" y="142302"/>
                    <a:pt x="142302" y="0"/>
                    <a:pt x="317840" y="0"/>
                  </a:cubicBezTo>
                  <a:cubicBezTo>
                    <a:pt x="493378" y="0"/>
                    <a:pt x="635680" y="142302"/>
                    <a:pt x="635680" y="317840"/>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0" name="Google Shape;160;p14"/>
            <p:cNvSpPr/>
            <p:nvPr/>
          </p:nvSpPr>
          <p:spPr>
            <a:xfrm flipH="1">
              <a:off x="194140" y="4639522"/>
              <a:ext cx="167969" cy="167980"/>
            </a:xfrm>
            <a:custGeom>
              <a:avLst/>
              <a:gdLst/>
              <a:ahLst/>
              <a:cxnLst/>
              <a:rect l="l" t="t" r="r" b="b"/>
              <a:pathLst>
                <a:path w="512881" h="512917" extrusionOk="0">
                  <a:moveTo>
                    <a:pt x="256441" y="0"/>
                  </a:moveTo>
                  <a:cubicBezTo>
                    <a:pt x="114820" y="0"/>
                    <a:pt x="0" y="114820"/>
                    <a:pt x="0" y="256440"/>
                  </a:cubicBezTo>
                  <a:cubicBezTo>
                    <a:pt x="0" y="398061"/>
                    <a:pt x="114820" y="512917"/>
                    <a:pt x="256441" y="512917"/>
                  </a:cubicBezTo>
                  <a:cubicBezTo>
                    <a:pt x="398061" y="512917"/>
                    <a:pt x="512881" y="398098"/>
                    <a:pt x="512881" y="256440"/>
                  </a:cubicBezTo>
                  <a:cubicBezTo>
                    <a:pt x="512881" y="114783"/>
                    <a:pt x="398061" y="0"/>
                    <a:pt x="256441" y="0"/>
                  </a:cubicBezTo>
                  <a:close/>
                  <a:moveTo>
                    <a:pt x="256441" y="389502"/>
                  </a:moveTo>
                  <a:cubicBezTo>
                    <a:pt x="182965" y="389502"/>
                    <a:pt x="123379" y="329916"/>
                    <a:pt x="123379" y="256440"/>
                  </a:cubicBezTo>
                  <a:cubicBezTo>
                    <a:pt x="123379" y="182965"/>
                    <a:pt x="182965" y="123379"/>
                    <a:pt x="256441" y="123379"/>
                  </a:cubicBezTo>
                  <a:cubicBezTo>
                    <a:pt x="329917" y="123379"/>
                    <a:pt x="389503" y="182965"/>
                    <a:pt x="389503" y="256440"/>
                  </a:cubicBezTo>
                  <a:cubicBezTo>
                    <a:pt x="389503" y="329916"/>
                    <a:pt x="329917" y="389502"/>
                    <a:pt x="256441" y="389502"/>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61" name="Google Shape;161;p14"/>
            <p:cNvGrpSpPr/>
            <p:nvPr/>
          </p:nvGrpSpPr>
          <p:grpSpPr>
            <a:xfrm flipH="1">
              <a:off x="7920363" y="-101174"/>
              <a:ext cx="1151941" cy="576015"/>
              <a:chOff x="6083797" y="754470"/>
              <a:chExt cx="902492" cy="451246"/>
            </a:xfrm>
          </p:grpSpPr>
          <p:sp>
            <p:nvSpPr>
              <p:cNvPr id="162" name="Google Shape;162;p14"/>
              <p:cNvSpPr/>
              <p:nvPr/>
            </p:nvSpPr>
            <p:spPr>
              <a:xfrm>
                <a:off x="6083797" y="754470"/>
                <a:ext cx="902492" cy="451246"/>
              </a:xfrm>
              <a:custGeom>
                <a:avLst/>
                <a:gdLst/>
                <a:ahLst/>
                <a:cxnLst/>
                <a:rect l="l" t="t" r="r" b="b"/>
                <a:pathLst>
                  <a:path w="1203323" h="601661" extrusionOk="0">
                    <a:moveTo>
                      <a:pt x="1101196" y="0"/>
                    </a:moveTo>
                    <a:cubicBezTo>
                      <a:pt x="1101196" y="275880"/>
                      <a:pt x="877541" y="499535"/>
                      <a:pt x="601661" y="499535"/>
                    </a:cubicBezTo>
                    <a:cubicBezTo>
                      <a:pt x="325782" y="499535"/>
                      <a:pt x="102126" y="275880"/>
                      <a:pt x="102126" y="0"/>
                    </a:cubicBezTo>
                    <a:lnTo>
                      <a:pt x="0" y="0"/>
                    </a:lnTo>
                    <a:cubicBezTo>
                      <a:pt x="0" y="332274"/>
                      <a:pt x="269388" y="601662"/>
                      <a:pt x="601661" y="601662"/>
                    </a:cubicBezTo>
                    <a:cubicBezTo>
                      <a:pt x="933936" y="601662"/>
                      <a:pt x="1203324" y="332274"/>
                      <a:pt x="1203324" y="0"/>
                    </a:cubicBezTo>
                    <a:lnTo>
                      <a:pt x="110119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3" name="Google Shape;163;p14"/>
              <p:cNvSpPr/>
              <p:nvPr/>
            </p:nvSpPr>
            <p:spPr>
              <a:xfrm>
                <a:off x="6291033" y="754470"/>
                <a:ext cx="519137" cy="259568"/>
              </a:xfrm>
              <a:custGeom>
                <a:avLst/>
                <a:gdLst/>
                <a:ahLst/>
                <a:cxnLst/>
                <a:rect l="l" t="t" r="r" b="b"/>
                <a:pathLst>
                  <a:path w="692183" h="346091" extrusionOk="0">
                    <a:moveTo>
                      <a:pt x="346091" y="222858"/>
                    </a:moveTo>
                    <a:cubicBezTo>
                      <a:pt x="223003" y="222858"/>
                      <a:pt x="123234" y="123089"/>
                      <a:pt x="123234" y="0"/>
                    </a:cubicBezTo>
                    <a:lnTo>
                      <a:pt x="0" y="0"/>
                    </a:lnTo>
                    <a:cubicBezTo>
                      <a:pt x="0" y="191161"/>
                      <a:pt x="154967" y="346091"/>
                      <a:pt x="346091" y="346091"/>
                    </a:cubicBezTo>
                    <a:cubicBezTo>
                      <a:pt x="537216" y="346091"/>
                      <a:pt x="692183" y="191125"/>
                      <a:pt x="692183" y="0"/>
                    </a:cubicBezTo>
                    <a:lnTo>
                      <a:pt x="568949" y="0"/>
                    </a:lnTo>
                    <a:cubicBezTo>
                      <a:pt x="568949" y="123089"/>
                      <a:pt x="469180" y="222858"/>
                      <a:pt x="346091" y="222858"/>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sp>
        <p:nvSpPr>
          <p:cNvPr id="164" name="Google Shape;164;p14"/>
          <p:cNvSpPr txBox="1">
            <a:spLocks noGrp="1"/>
          </p:cNvSpPr>
          <p:nvPr>
            <p:ph type="subTitle" idx="1"/>
          </p:nvPr>
        </p:nvSpPr>
        <p:spPr>
          <a:xfrm>
            <a:off x="701250" y="1205000"/>
            <a:ext cx="7741500" cy="104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400"/>
              <a:buChar char="●"/>
              <a:defRPr b="0"/>
            </a:lvl1pPr>
            <a:lvl2pPr lvl="1" algn="ctr" rtl="0">
              <a:lnSpc>
                <a:spcPct val="100000"/>
              </a:lnSpc>
              <a:spcBef>
                <a:spcPts val="0"/>
              </a:spcBef>
              <a:spcAft>
                <a:spcPts val="0"/>
              </a:spcAft>
              <a:buSzPts val="1400"/>
              <a:buChar char="○"/>
              <a:defRPr sz="2800"/>
            </a:lvl2pPr>
            <a:lvl3pPr lvl="2" algn="ctr" rtl="0">
              <a:lnSpc>
                <a:spcPct val="100000"/>
              </a:lnSpc>
              <a:spcBef>
                <a:spcPts val="0"/>
              </a:spcBef>
              <a:spcAft>
                <a:spcPts val="0"/>
              </a:spcAft>
              <a:buSzPts val="1400"/>
              <a:buChar char="■"/>
              <a:defRPr sz="2800"/>
            </a:lvl3pPr>
            <a:lvl4pPr lvl="3" algn="ctr" rtl="0">
              <a:lnSpc>
                <a:spcPct val="100000"/>
              </a:lnSpc>
              <a:spcBef>
                <a:spcPts val="0"/>
              </a:spcBef>
              <a:spcAft>
                <a:spcPts val="0"/>
              </a:spcAft>
              <a:buSzPts val="1400"/>
              <a:buChar char="●"/>
              <a:defRPr sz="2800"/>
            </a:lvl4pPr>
            <a:lvl5pPr lvl="4" algn="ctr" rtl="0">
              <a:lnSpc>
                <a:spcPct val="100000"/>
              </a:lnSpc>
              <a:spcBef>
                <a:spcPts val="0"/>
              </a:spcBef>
              <a:spcAft>
                <a:spcPts val="0"/>
              </a:spcAft>
              <a:buSzPts val="1400"/>
              <a:buChar char="○"/>
              <a:defRPr sz="2800"/>
            </a:lvl5pPr>
            <a:lvl6pPr lvl="5" algn="ctr" rtl="0">
              <a:lnSpc>
                <a:spcPct val="100000"/>
              </a:lnSpc>
              <a:spcBef>
                <a:spcPts val="0"/>
              </a:spcBef>
              <a:spcAft>
                <a:spcPts val="0"/>
              </a:spcAft>
              <a:buSzPts val="1400"/>
              <a:buChar char="■"/>
              <a:defRPr sz="2800"/>
            </a:lvl6pPr>
            <a:lvl7pPr lvl="6" algn="ctr" rtl="0">
              <a:lnSpc>
                <a:spcPct val="100000"/>
              </a:lnSpc>
              <a:spcBef>
                <a:spcPts val="0"/>
              </a:spcBef>
              <a:spcAft>
                <a:spcPts val="0"/>
              </a:spcAft>
              <a:buSzPts val="1400"/>
              <a:buChar char="●"/>
              <a:defRPr sz="2800"/>
            </a:lvl7pPr>
            <a:lvl8pPr lvl="7" algn="ctr" rtl="0">
              <a:lnSpc>
                <a:spcPct val="100000"/>
              </a:lnSpc>
              <a:spcBef>
                <a:spcPts val="0"/>
              </a:spcBef>
              <a:spcAft>
                <a:spcPts val="0"/>
              </a:spcAft>
              <a:buSzPts val="1400"/>
              <a:buChar char="○"/>
              <a:defRPr sz="2800"/>
            </a:lvl8pPr>
            <a:lvl9pPr lvl="8" algn="ctr" rtl="0">
              <a:lnSpc>
                <a:spcPct val="100000"/>
              </a:lnSpc>
              <a:spcBef>
                <a:spcPts val="0"/>
              </a:spcBef>
              <a:spcAft>
                <a:spcPts val="0"/>
              </a:spcAft>
              <a:buSzPts val="1400"/>
              <a:buChar char="■"/>
              <a:defRPr sz="2800"/>
            </a:lvl9pPr>
          </a:lstStyle>
          <a:p/>
        </p:txBody>
      </p:sp>
      <p:sp>
        <p:nvSpPr>
          <p:cNvPr id="165" name="Google Shape;165;p14"/>
          <p:cNvSpPr txBox="1">
            <a:spLocks noGrp="1"/>
          </p:cNvSpPr>
          <p:nvPr>
            <p:ph type="title"/>
          </p:nvPr>
        </p:nvSpPr>
        <p:spPr>
          <a:xfrm>
            <a:off x="720000" y="474850"/>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166" name="Google Shape;166;p14"/>
          <p:cNvSpPr txBox="1">
            <a:spLocks noGrp="1"/>
          </p:cNvSpPr>
          <p:nvPr>
            <p:ph type="subTitle" idx="2"/>
          </p:nvPr>
        </p:nvSpPr>
        <p:spPr>
          <a:xfrm>
            <a:off x="701250" y="2385400"/>
            <a:ext cx="7741500" cy="104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400"/>
              <a:buChar char="●"/>
              <a:defRPr b="0"/>
            </a:lvl1pPr>
            <a:lvl2pPr lvl="1" algn="ctr" rtl="0">
              <a:lnSpc>
                <a:spcPct val="100000"/>
              </a:lnSpc>
              <a:spcBef>
                <a:spcPts val="0"/>
              </a:spcBef>
              <a:spcAft>
                <a:spcPts val="0"/>
              </a:spcAft>
              <a:buSzPts val="1400"/>
              <a:buChar char="○"/>
              <a:defRPr sz="2800"/>
            </a:lvl2pPr>
            <a:lvl3pPr lvl="2" algn="ctr" rtl="0">
              <a:lnSpc>
                <a:spcPct val="100000"/>
              </a:lnSpc>
              <a:spcBef>
                <a:spcPts val="0"/>
              </a:spcBef>
              <a:spcAft>
                <a:spcPts val="0"/>
              </a:spcAft>
              <a:buSzPts val="1400"/>
              <a:buChar char="■"/>
              <a:defRPr sz="2800"/>
            </a:lvl3pPr>
            <a:lvl4pPr lvl="3" algn="ctr" rtl="0">
              <a:lnSpc>
                <a:spcPct val="100000"/>
              </a:lnSpc>
              <a:spcBef>
                <a:spcPts val="0"/>
              </a:spcBef>
              <a:spcAft>
                <a:spcPts val="0"/>
              </a:spcAft>
              <a:buSzPts val="1400"/>
              <a:buChar char="●"/>
              <a:defRPr sz="2800"/>
            </a:lvl4pPr>
            <a:lvl5pPr lvl="4" algn="ctr" rtl="0">
              <a:lnSpc>
                <a:spcPct val="100000"/>
              </a:lnSpc>
              <a:spcBef>
                <a:spcPts val="0"/>
              </a:spcBef>
              <a:spcAft>
                <a:spcPts val="0"/>
              </a:spcAft>
              <a:buSzPts val="1400"/>
              <a:buChar char="○"/>
              <a:defRPr sz="2800"/>
            </a:lvl5pPr>
            <a:lvl6pPr lvl="5" algn="ctr" rtl="0">
              <a:lnSpc>
                <a:spcPct val="100000"/>
              </a:lnSpc>
              <a:spcBef>
                <a:spcPts val="0"/>
              </a:spcBef>
              <a:spcAft>
                <a:spcPts val="0"/>
              </a:spcAft>
              <a:buSzPts val="1400"/>
              <a:buChar char="■"/>
              <a:defRPr sz="2800"/>
            </a:lvl6pPr>
            <a:lvl7pPr lvl="6" algn="ctr" rtl="0">
              <a:lnSpc>
                <a:spcPct val="100000"/>
              </a:lnSpc>
              <a:spcBef>
                <a:spcPts val="0"/>
              </a:spcBef>
              <a:spcAft>
                <a:spcPts val="0"/>
              </a:spcAft>
              <a:buSzPts val="1400"/>
              <a:buChar char="●"/>
              <a:defRPr sz="2800"/>
            </a:lvl7pPr>
            <a:lvl8pPr lvl="7" algn="ctr" rtl="0">
              <a:lnSpc>
                <a:spcPct val="100000"/>
              </a:lnSpc>
              <a:spcBef>
                <a:spcPts val="0"/>
              </a:spcBef>
              <a:spcAft>
                <a:spcPts val="0"/>
              </a:spcAft>
              <a:buSzPts val="1400"/>
              <a:buChar char="○"/>
              <a:defRPr sz="2800"/>
            </a:lvl8pPr>
            <a:lvl9pPr lvl="8" algn="ctr" rtl="0">
              <a:lnSpc>
                <a:spcPct val="100000"/>
              </a:lnSpc>
              <a:spcBef>
                <a:spcPts val="0"/>
              </a:spcBef>
              <a:spcAft>
                <a:spcPts val="0"/>
              </a:spcAft>
              <a:buSzPts val="1400"/>
              <a:buChar char="■"/>
              <a:defRPr sz="2800"/>
            </a:lvl9pPr>
          </a:lstStyle>
          <a:p/>
        </p:txBody>
      </p:sp>
      <p:sp>
        <p:nvSpPr>
          <p:cNvPr id="167" name="Google Shape;167;p14"/>
          <p:cNvSpPr txBox="1">
            <a:spLocks noGrp="1"/>
          </p:cNvSpPr>
          <p:nvPr>
            <p:ph type="subTitle" idx="3"/>
          </p:nvPr>
        </p:nvSpPr>
        <p:spPr>
          <a:xfrm>
            <a:off x="701250" y="3565800"/>
            <a:ext cx="7741500" cy="104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400"/>
              <a:buChar char="●"/>
              <a:defRPr b="0"/>
            </a:lvl1pPr>
            <a:lvl2pPr lvl="1" algn="ctr" rtl="0">
              <a:lnSpc>
                <a:spcPct val="100000"/>
              </a:lnSpc>
              <a:spcBef>
                <a:spcPts val="0"/>
              </a:spcBef>
              <a:spcAft>
                <a:spcPts val="0"/>
              </a:spcAft>
              <a:buSzPts val="1400"/>
              <a:buChar char="○"/>
              <a:defRPr sz="2800"/>
            </a:lvl2pPr>
            <a:lvl3pPr lvl="2" algn="ctr" rtl="0">
              <a:lnSpc>
                <a:spcPct val="100000"/>
              </a:lnSpc>
              <a:spcBef>
                <a:spcPts val="0"/>
              </a:spcBef>
              <a:spcAft>
                <a:spcPts val="0"/>
              </a:spcAft>
              <a:buSzPts val="1400"/>
              <a:buChar char="■"/>
              <a:defRPr sz="2800"/>
            </a:lvl3pPr>
            <a:lvl4pPr lvl="3" algn="ctr" rtl="0">
              <a:lnSpc>
                <a:spcPct val="100000"/>
              </a:lnSpc>
              <a:spcBef>
                <a:spcPts val="0"/>
              </a:spcBef>
              <a:spcAft>
                <a:spcPts val="0"/>
              </a:spcAft>
              <a:buSzPts val="1400"/>
              <a:buChar char="●"/>
              <a:defRPr sz="2800"/>
            </a:lvl4pPr>
            <a:lvl5pPr lvl="4" algn="ctr" rtl="0">
              <a:lnSpc>
                <a:spcPct val="100000"/>
              </a:lnSpc>
              <a:spcBef>
                <a:spcPts val="0"/>
              </a:spcBef>
              <a:spcAft>
                <a:spcPts val="0"/>
              </a:spcAft>
              <a:buSzPts val="1400"/>
              <a:buChar char="○"/>
              <a:defRPr sz="2800"/>
            </a:lvl5pPr>
            <a:lvl6pPr lvl="5" algn="ctr" rtl="0">
              <a:lnSpc>
                <a:spcPct val="100000"/>
              </a:lnSpc>
              <a:spcBef>
                <a:spcPts val="0"/>
              </a:spcBef>
              <a:spcAft>
                <a:spcPts val="0"/>
              </a:spcAft>
              <a:buSzPts val="1400"/>
              <a:buChar char="■"/>
              <a:defRPr sz="2800"/>
            </a:lvl6pPr>
            <a:lvl7pPr lvl="6" algn="ctr" rtl="0">
              <a:lnSpc>
                <a:spcPct val="100000"/>
              </a:lnSpc>
              <a:spcBef>
                <a:spcPts val="0"/>
              </a:spcBef>
              <a:spcAft>
                <a:spcPts val="0"/>
              </a:spcAft>
              <a:buSzPts val="1400"/>
              <a:buChar char="●"/>
              <a:defRPr sz="2800"/>
            </a:lvl7pPr>
            <a:lvl8pPr lvl="7" algn="ctr" rtl="0">
              <a:lnSpc>
                <a:spcPct val="100000"/>
              </a:lnSpc>
              <a:spcBef>
                <a:spcPts val="0"/>
              </a:spcBef>
              <a:spcAft>
                <a:spcPts val="0"/>
              </a:spcAft>
              <a:buSzPts val="1400"/>
              <a:buChar char="○"/>
              <a:defRPr sz="2800"/>
            </a:lvl8pPr>
            <a:lvl9pPr lvl="8" algn="ctr" rtl="0">
              <a:lnSpc>
                <a:spcPct val="100000"/>
              </a:lnSpc>
              <a:spcBef>
                <a:spcPts val="0"/>
              </a:spcBef>
              <a:spcAft>
                <a:spcPts val="0"/>
              </a:spcAft>
              <a:buSzPts val="1400"/>
              <a:buChar char="■"/>
              <a:defRPr sz="2800"/>
            </a:lvl9pPr>
          </a:lstStyle>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94"/>
        <p:cNvGrpSpPr/>
        <p:nvPr/>
      </p:nvGrpSpPr>
      <p:grpSpPr>
        <a:xfrm>
          <a:off x="0" y="0"/>
          <a:ext cx="0" cy="0"/>
          <a:chOff x="0" y="0"/>
          <a:chExt cx="0" cy="0"/>
        </a:xfrm>
      </p:grpSpPr>
      <p:grpSp>
        <p:nvGrpSpPr>
          <p:cNvPr id="195" name="Google Shape;195;p16"/>
          <p:cNvGrpSpPr/>
          <p:nvPr/>
        </p:nvGrpSpPr>
        <p:grpSpPr>
          <a:xfrm>
            <a:off x="244705" y="-1481350"/>
            <a:ext cx="9633142" cy="8106205"/>
            <a:chOff x="244705" y="-1481350"/>
            <a:chExt cx="9633142" cy="8106205"/>
          </a:xfrm>
        </p:grpSpPr>
        <p:sp>
          <p:nvSpPr>
            <p:cNvPr id="196" name="Google Shape;196;p16"/>
            <p:cNvSpPr/>
            <p:nvPr/>
          </p:nvSpPr>
          <p:spPr>
            <a:xfrm>
              <a:off x="7436526" y="-14813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97" name="Google Shape;197;p16"/>
            <p:cNvGrpSpPr/>
            <p:nvPr/>
          </p:nvGrpSpPr>
          <p:grpSpPr>
            <a:xfrm>
              <a:off x="244705" y="195881"/>
              <a:ext cx="9088947" cy="5137455"/>
              <a:chOff x="244705" y="195881"/>
              <a:chExt cx="9088947" cy="5137455"/>
            </a:xfrm>
          </p:grpSpPr>
          <p:sp>
            <p:nvSpPr>
              <p:cNvPr id="198" name="Google Shape;198;p16"/>
              <p:cNvSpPr/>
              <p:nvPr/>
            </p:nvSpPr>
            <p:spPr>
              <a:xfrm>
                <a:off x="644127" y="4589300"/>
                <a:ext cx="418382" cy="418382"/>
              </a:xfrm>
              <a:custGeom>
                <a:avLst/>
                <a:gdLst/>
                <a:ahLst/>
                <a:cxnLst/>
                <a:rect l="l" t="t" r="r" b="b"/>
                <a:pathLst>
                  <a:path w="342936" h="342936" extrusionOk="0">
                    <a:moveTo>
                      <a:pt x="171468" y="0"/>
                    </a:moveTo>
                    <a:cubicBezTo>
                      <a:pt x="76776" y="0"/>
                      <a:pt x="0" y="76776"/>
                      <a:pt x="0" y="171468"/>
                    </a:cubicBezTo>
                    <a:cubicBezTo>
                      <a:pt x="0" y="266160"/>
                      <a:pt x="76776" y="342936"/>
                      <a:pt x="171468" y="342936"/>
                    </a:cubicBezTo>
                    <a:cubicBezTo>
                      <a:pt x="266160" y="342936"/>
                      <a:pt x="342936" y="266160"/>
                      <a:pt x="342936" y="171468"/>
                    </a:cubicBezTo>
                    <a:cubicBezTo>
                      <a:pt x="342936" y="76776"/>
                      <a:pt x="266160" y="0"/>
                      <a:pt x="171468" y="0"/>
                    </a:cubicBezTo>
                    <a:close/>
                    <a:moveTo>
                      <a:pt x="171468" y="281863"/>
                    </a:moveTo>
                    <a:cubicBezTo>
                      <a:pt x="110504" y="281863"/>
                      <a:pt x="61073" y="232432"/>
                      <a:pt x="61073" y="171468"/>
                    </a:cubicBezTo>
                    <a:cubicBezTo>
                      <a:pt x="61073" y="110504"/>
                      <a:pt x="110504" y="61073"/>
                      <a:pt x="171468" y="61073"/>
                    </a:cubicBezTo>
                    <a:cubicBezTo>
                      <a:pt x="232432" y="61073"/>
                      <a:pt x="281863" y="110504"/>
                      <a:pt x="281863" y="171468"/>
                    </a:cubicBezTo>
                    <a:cubicBezTo>
                      <a:pt x="281863" y="232432"/>
                      <a:pt x="232432" y="281863"/>
                      <a:pt x="171468" y="281863"/>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99" name="Google Shape;199;p16"/>
              <p:cNvGrpSpPr/>
              <p:nvPr/>
            </p:nvGrpSpPr>
            <p:grpSpPr>
              <a:xfrm>
                <a:off x="8247822" y="320134"/>
                <a:ext cx="1085831" cy="675413"/>
                <a:chOff x="4274895" y="3528397"/>
                <a:chExt cx="740272" cy="460467"/>
              </a:xfrm>
            </p:grpSpPr>
            <p:sp>
              <p:nvSpPr>
                <p:cNvPr id="200" name="Google Shape;200;p16"/>
                <p:cNvSpPr/>
                <p:nvPr/>
              </p:nvSpPr>
              <p:spPr>
                <a:xfrm>
                  <a:off x="4274895"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1" name="Google Shape;201;p16"/>
                <p:cNvSpPr/>
                <p:nvPr/>
              </p:nvSpPr>
              <p:spPr>
                <a:xfrm>
                  <a:off x="4410106"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2" name="Google Shape;202;p16"/>
                <p:cNvSpPr/>
                <p:nvPr/>
              </p:nvSpPr>
              <p:spPr>
                <a:xfrm>
                  <a:off x="4545290"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3" name="Google Shape;203;p16"/>
                <p:cNvSpPr/>
                <p:nvPr/>
              </p:nvSpPr>
              <p:spPr>
                <a:xfrm>
                  <a:off x="4680500"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4" name="Google Shape;204;p16"/>
                <p:cNvSpPr/>
                <p:nvPr/>
              </p:nvSpPr>
              <p:spPr>
                <a:xfrm>
                  <a:off x="4815711"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5" name="Google Shape;205;p16"/>
                <p:cNvSpPr/>
                <p:nvPr/>
              </p:nvSpPr>
              <p:spPr>
                <a:xfrm>
                  <a:off x="4950513" y="3528397"/>
                  <a:ext cx="64654" cy="460467"/>
                </a:xfrm>
                <a:custGeom>
                  <a:avLst/>
                  <a:gdLst/>
                  <a:ahLst/>
                  <a:cxnLst/>
                  <a:rect l="l" t="t" r="r" b="b"/>
                  <a:pathLst>
                    <a:path w="86205" h="613956" extrusionOk="0">
                      <a:moveTo>
                        <a:pt x="0" y="0"/>
                      </a:moveTo>
                      <a:lnTo>
                        <a:pt x="86206" y="0"/>
                      </a:lnTo>
                      <a:lnTo>
                        <a:pt x="86206" y="613956"/>
                      </a:lnTo>
                      <a:lnTo>
                        <a:pt x="0" y="613956"/>
                      </a:lnTo>
                      <a:close/>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06" name="Google Shape;206;p16"/>
              <p:cNvSpPr/>
              <p:nvPr/>
            </p:nvSpPr>
            <p:spPr>
              <a:xfrm>
                <a:off x="244705" y="4251802"/>
                <a:ext cx="337509" cy="337509"/>
              </a:xfrm>
              <a:custGeom>
                <a:avLst/>
                <a:gdLst/>
                <a:ahLst/>
                <a:cxnLst/>
                <a:rect l="l" t="t" r="r" b="b"/>
                <a:pathLst>
                  <a:path w="207698" h="207698" extrusionOk="0">
                    <a:moveTo>
                      <a:pt x="207698" y="89035"/>
                    </a:moveTo>
                    <a:lnTo>
                      <a:pt x="139590" y="89035"/>
                    </a:lnTo>
                    <a:lnTo>
                      <a:pt x="187752" y="40909"/>
                    </a:lnTo>
                    <a:lnTo>
                      <a:pt x="166790" y="19947"/>
                    </a:lnTo>
                    <a:lnTo>
                      <a:pt x="118664" y="68072"/>
                    </a:lnTo>
                    <a:lnTo>
                      <a:pt x="118664" y="0"/>
                    </a:lnTo>
                    <a:lnTo>
                      <a:pt x="89034" y="0"/>
                    </a:lnTo>
                    <a:lnTo>
                      <a:pt x="89034" y="68072"/>
                    </a:lnTo>
                    <a:lnTo>
                      <a:pt x="40872" y="19947"/>
                    </a:lnTo>
                    <a:lnTo>
                      <a:pt x="19947" y="40909"/>
                    </a:lnTo>
                    <a:lnTo>
                      <a:pt x="68072" y="89035"/>
                    </a:lnTo>
                    <a:lnTo>
                      <a:pt x="0" y="89035"/>
                    </a:lnTo>
                    <a:lnTo>
                      <a:pt x="0" y="118664"/>
                    </a:lnTo>
                    <a:lnTo>
                      <a:pt x="68072" y="118664"/>
                    </a:lnTo>
                    <a:lnTo>
                      <a:pt x="19947" y="166790"/>
                    </a:lnTo>
                    <a:lnTo>
                      <a:pt x="40872" y="187752"/>
                    </a:lnTo>
                    <a:lnTo>
                      <a:pt x="89034" y="139626"/>
                    </a:lnTo>
                    <a:lnTo>
                      <a:pt x="89034" y="207698"/>
                    </a:lnTo>
                    <a:lnTo>
                      <a:pt x="118664" y="207698"/>
                    </a:lnTo>
                    <a:lnTo>
                      <a:pt x="118664" y="139626"/>
                    </a:lnTo>
                    <a:lnTo>
                      <a:pt x="166790" y="187752"/>
                    </a:lnTo>
                    <a:lnTo>
                      <a:pt x="187752" y="166790"/>
                    </a:lnTo>
                    <a:lnTo>
                      <a:pt x="139590" y="118664"/>
                    </a:lnTo>
                    <a:lnTo>
                      <a:pt x="207698" y="118664"/>
                    </a:lnTo>
                    <a:lnTo>
                      <a:pt x="207698" y="89035"/>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7" name="Google Shape;207;p16"/>
              <p:cNvSpPr/>
              <p:nvPr/>
            </p:nvSpPr>
            <p:spPr>
              <a:xfrm>
                <a:off x="7274996" y="195881"/>
                <a:ext cx="249385" cy="249425"/>
              </a:xfrm>
              <a:custGeom>
                <a:avLst/>
                <a:gdLst/>
                <a:ahLst/>
                <a:cxnLst/>
                <a:rect l="l" t="t" r="r" b="b"/>
                <a:pathLst>
                  <a:path w="224671" h="224707" extrusionOk="0">
                    <a:moveTo>
                      <a:pt x="224671" y="96324"/>
                    </a:moveTo>
                    <a:lnTo>
                      <a:pt x="128384" y="96324"/>
                    </a:lnTo>
                    <a:lnTo>
                      <a:pt x="128384" y="0"/>
                    </a:lnTo>
                    <a:lnTo>
                      <a:pt x="96324" y="0"/>
                    </a:lnTo>
                    <a:lnTo>
                      <a:pt x="96324" y="96324"/>
                    </a:lnTo>
                    <a:lnTo>
                      <a:pt x="0" y="96324"/>
                    </a:lnTo>
                    <a:lnTo>
                      <a:pt x="0" y="128384"/>
                    </a:lnTo>
                    <a:lnTo>
                      <a:pt x="96324" y="128384"/>
                    </a:lnTo>
                    <a:lnTo>
                      <a:pt x="96324" y="224707"/>
                    </a:lnTo>
                    <a:lnTo>
                      <a:pt x="128384" y="224707"/>
                    </a:lnTo>
                    <a:lnTo>
                      <a:pt x="128384" y="128384"/>
                    </a:lnTo>
                    <a:lnTo>
                      <a:pt x="224671" y="128384"/>
                    </a:lnTo>
                    <a:lnTo>
                      <a:pt x="224671" y="96324"/>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208" name="Google Shape;208;p16"/>
              <p:cNvGrpSpPr/>
              <p:nvPr/>
            </p:nvGrpSpPr>
            <p:grpSpPr>
              <a:xfrm>
                <a:off x="1179838" y="4589309"/>
                <a:ext cx="1488055" cy="744027"/>
                <a:chOff x="8423526" y="4385303"/>
                <a:chExt cx="2165703" cy="1082851"/>
              </a:xfrm>
            </p:grpSpPr>
            <p:sp>
              <p:nvSpPr>
                <p:cNvPr id="209" name="Google Shape;209;p16"/>
                <p:cNvSpPr/>
                <p:nvPr/>
              </p:nvSpPr>
              <p:spPr>
                <a:xfrm>
                  <a:off x="8423526" y="4385303"/>
                  <a:ext cx="2165703" cy="1082851"/>
                </a:xfrm>
                <a:custGeom>
                  <a:avLst/>
                  <a:gdLst/>
                  <a:ahLst/>
                  <a:cxnLst/>
                  <a:rect l="l" t="t" r="r" b="b"/>
                  <a:pathLst>
                    <a:path w="1070805" h="535402" extrusionOk="0">
                      <a:moveTo>
                        <a:pt x="90884" y="535403"/>
                      </a:moveTo>
                      <a:cubicBezTo>
                        <a:pt x="90884" y="289915"/>
                        <a:pt x="289914" y="90884"/>
                        <a:pt x="535402" y="90884"/>
                      </a:cubicBezTo>
                      <a:cubicBezTo>
                        <a:pt x="780890" y="90884"/>
                        <a:pt x="979921" y="289915"/>
                        <a:pt x="979921" y="535403"/>
                      </a:cubicBezTo>
                      <a:lnTo>
                        <a:pt x="1070806" y="535403"/>
                      </a:lnTo>
                      <a:cubicBezTo>
                        <a:pt x="1070806" y="239722"/>
                        <a:pt x="831120" y="0"/>
                        <a:pt x="535402" y="0"/>
                      </a:cubicBezTo>
                      <a:cubicBezTo>
                        <a:pt x="239685" y="0"/>
                        <a:pt x="0" y="239685"/>
                        <a:pt x="0" y="535403"/>
                      </a:cubicBezTo>
                      <a:lnTo>
                        <a:pt x="90884" y="535403"/>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0" name="Google Shape;210;p16"/>
                <p:cNvSpPr/>
                <p:nvPr/>
              </p:nvSpPr>
              <p:spPr>
                <a:xfrm>
                  <a:off x="9023063" y="4984914"/>
                  <a:ext cx="964834" cy="482415"/>
                </a:xfrm>
                <a:custGeom>
                  <a:avLst/>
                  <a:gdLst/>
                  <a:ahLst/>
                  <a:cxnLst/>
                  <a:rect l="l" t="t" r="r" b="b"/>
                  <a:pathLst>
                    <a:path w="477050" h="238524" extrusionOk="0">
                      <a:moveTo>
                        <a:pt x="238525" y="84936"/>
                      </a:moveTo>
                      <a:cubicBezTo>
                        <a:pt x="323353" y="84936"/>
                        <a:pt x="392114" y="153698"/>
                        <a:pt x="392114" y="238525"/>
                      </a:cubicBezTo>
                      <a:lnTo>
                        <a:pt x="477050" y="238525"/>
                      </a:lnTo>
                      <a:cubicBezTo>
                        <a:pt x="477050" y="106805"/>
                        <a:pt x="370282" y="0"/>
                        <a:pt x="238525" y="0"/>
                      </a:cubicBezTo>
                      <a:cubicBezTo>
                        <a:pt x="106769" y="0"/>
                        <a:pt x="0" y="106769"/>
                        <a:pt x="0" y="238525"/>
                      </a:cubicBezTo>
                      <a:lnTo>
                        <a:pt x="84937" y="238525"/>
                      </a:lnTo>
                      <a:cubicBezTo>
                        <a:pt x="84937" y="153698"/>
                        <a:pt x="153698" y="84936"/>
                        <a:pt x="238525" y="84936"/>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gr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11"/>
        <p:cNvGrpSpPr/>
        <p:nvPr/>
      </p:nvGrpSpPr>
      <p:grpSpPr>
        <a:xfrm>
          <a:off x="0" y="0"/>
          <a:ext cx="0" cy="0"/>
          <a:chOff x="0" y="0"/>
          <a:chExt cx="0" cy="0"/>
        </a:xfrm>
      </p:grpSpPr>
      <p:grpSp>
        <p:nvGrpSpPr>
          <p:cNvPr id="212" name="Google Shape;212;p17"/>
          <p:cNvGrpSpPr/>
          <p:nvPr/>
        </p:nvGrpSpPr>
        <p:grpSpPr>
          <a:xfrm>
            <a:off x="-2758140" y="-1557508"/>
            <a:ext cx="14660280" cy="6492236"/>
            <a:chOff x="-2758140" y="-1557508"/>
            <a:chExt cx="14660280" cy="6492236"/>
          </a:xfrm>
        </p:grpSpPr>
        <p:grpSp>
          <p:nvGrpSpPr>
            <p:cNvPr id="213" name="Google Shape;213;p17"/>
            <p:cNvGrpSpPr/>
            <p:nvPr/>
          </p:nvGrpSpPr>
          <p:grpSpPr>
            <a:xfrm>
              <a:off x="-2758140" y="-1557508"/>
              <a:ext cx="14660280" cy="2441322"/>
              <a:chOff x="-3148866" y="-1557508"/>
              <a:chExt cx="14660280" cy="2441322"/>
            </a:xfrm>
          </p:grpSpPr>
          <p:sp>
            <p:nvSpPr>
              <p:cNvPr id="214" name="Google Shape;214;p17"/>
              <p:cNvSpPr/>
              <p:nvPr/>
            </p:nvSpPr>
            <p:spPr>
              <a:xfrm rot="-5400000">
                <a:off x="-316424" y="-43899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5" name="Google Shape;215;p17"/>
              <p:cNvSpPr/>
              <p:nvPr/>
            </p:nvSpPr>
            <p:spPr>
              <a:xfrm rot="-5400000">
                <a:off x="6237651" y="-4389950"/>
                <a:ext cx="2441322" cy="8106205"/>
              </a:xfrm>
              <a:custGeom>
                <a:avLst/>
                <a:gdLst/>
                <a:ahLst/>
                <a:cxnLst/>
                <a:rect l="l" t="t" r="r" b="b"/>
                <a:pathLst>
                  <a:path w="1513998" h="5027104" extrusionOk="0">
                    <a:moveTo>
                      <a:pt x="245650" y="0"/>
                    </a:moveTo>
                    <a:cubicBezTo>
                      <a:pt x="148780" y="191834"/>
                      <a:pt x="0" y="303276"/>
                      <a:pt x="0" y="645414"/>
                    </a:cubicBezTo>
                    <a:cubicBezTo>
                      <a:pt x="0" y="1152811"/>
                      <a:pt x="327184" y="1152811"/>
                      <a:pt x="327184" y="1660303"/>
                    </a:cubicBezTo>
                    <a:cubicBezTo>
                      <a:pt x="327184" y="2167795"/>
                      <a:pt x="0" y="2167795"/>
                      <a:pt x="0" y="2675191"/>
                    </a:cubicBezTo>
                    <a:cubicBezTo>
                      <a:pt x="0" y="3182588"/>
                      <a:pt x="327184" y="3182588"/>
                      <a:pt x="327184" y="3690080"/>
                    </a:cubicBezTo>
                    <a:cubicBezTo>
                      <a:pt x="327184" y="4197573"/>
                      <a:pt x="0" y="4197573"/>
                      <a:pt x="0" y="4705065"/>
                    </a:cubicBezTo>
                    <a:cubicBezTo>
                      <a:pt x="0" y="4843177"/>
                      <a:pt x="24289" y="4943666"/>
                      <a:pt x="59531" y="5027105"/>
                    </a:cubicBezTo>
                    <a:lnTo>
                      <a:pt x="1513998" y="5027105"/>
                    </a:lnTo>
                    <a:lnTo>
                      <a:pt x="1513998" y="0"/>
                    </a:lnTo>
                    <a:lnTo>
                      <a:pt x="245555"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16" name="Google Shape;216;p17"/>
            <p:cNvSpPr/>
            <p:nvPr/>
          </p:nvSpPr>
          <p:spPr>
            <a:xfrm rot="10800000">
              <a:off x="8077404" y="4648803"/>
              <a:ext cx="286544" cy="285925"/>
            </a:xfrm>
            <a:custGeom>
              <a:avLst/>
              <a:gdLst/>
              <a:ahLst/>
              <a:cxnLst/>
              <a:rect l="l" t="t" r="r" b="b"/>
              <a:pathLst>
                <a:path w="123777" h="123777" extrusionOk="0">
                  <a:moveTo>
                    <a:pt x="0" y="70720"/>
                  </a:moveTo>
                  <a:lnTo>
                    <a:pt x="40582" y="70720"/>
                  </a:lnTo>
                  <a:lnTo>
                    <a:pt x="11859" y="99407"/>
                  </a:lnTo>
                  <a:lnTo>
                    <a:pt x="24371" y="111883"/>
                  </a:lnTo>
                  <a:lnTo>
                    <a:pt x="53058" y="83196"/>
                  </a:lnTo>
                  <a:lnTo>
                    <a:pt x="53058" y="123778"/>
                  </a:lnTo>
                  <a:lnTo>
                    <a:pt x="70720" y="123778"/>
                  </a:lnTo>
                  <a:lnTo>
                    <a:pt x="70720" y="83196"/>
                  </a:lnTo>
                  <a:lnTo>
                    <a:pt x="99407" y="111883"/>
                  </a:lnTo>
                  <a:lnTo>
                    <a:pt x="111918" y="99407"/>
                  </a:lnTo>
                  <a:lnTo>
                    <a:pt x="83196" y="70720"/>
                  </a:lnTo>
                  <a:lnTo>
                    <a:pt x="123778" y="70720"/>
                  </a:lnTo>
                  <a:lnTo>
                    <a:pt x="123778" y="53058"/>
                  </a:lnTo>
                  <a:lnTo>
                    <a:pt x="83196" y="53058"/>
                  </a:lnTo>
                  <a:lnTo>
                    <a:pt x="111918" y="24371"/>
                  </a:lnTo>
                  <a:lnTo>
                    <a:pt x="99407" y="11859"/>
                  </a:lnTo>
                  <a:lnTo>
                    <a:pt x="70720" y="40582"/>
                  </a:lnTo>
                  <a:lnTo>
                    <a:pt x="70720" y="0"/>
                  </a:lnTo>
                  <a:lnTo>
                    <a:pt x="53058" y="0"/>
                  </a:lnTo>
                  <a:lnTo>
                    <a:pt x="53058" y="40582"/>
                  </a:lnTo>
                  <a:lnTo>
                    <a:pt x="24371" y="11859"/>
                  </a:lnTo>
                  <a:lnTo>
                    <a:pt x="11859" y="24371"/>
                  </a:lnTo>
                  <a:lnTo>
                    <a:pt x="40582" y="53058"/>
                  </a:lnTo>
                  <a:lnTo>
                    <a:pt x="0" y="53058"/>
                  </a:lnTo>
                  <a:lnTo>
                    <a:pt x="0" y="7072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grpSp>
          <p:nvGrpSpPr>
            <p:cNvPr id="217" name="Google Shape;217;p17"/>
            <p:cNvGrpSpPr/>
            <p:nvPr/>
          </p:nvGrpSpPr>
          <p:grpSpPr>
            <a:xfrm>
              <a:off x="8569567" y="4069521"/>
              <a:ext cx="323366" cy="865201"/>
              <a:chOff x="14298616" y="166555"/>
              <a:chExt cx="261771" cy="700397"/>
            </a:xfrm>
          </p:grpSpPr>
          <p:sp>
            <p:nvSpPr>
              <p:cNvPr id="218" name="Google Shape;218;p17"/>
              <p:cNvSpPr/>
              <p:nvPr/>
            </p:nvSpPr>
            <p:spPr>
              <a:xfrm>
                <a:off x="14298616" y="166555"/>
                <a:ext cx="109751" cy="700397"/>
              </a:xfrm>
              <a:custGeom>
                <a:avLst/>
                <a:gdLst/>
                <a:ahLst/>
                <a:cxnLst/>
                <a:rect l="l" t="t" r="r" b="b"/>
                <a:pathLst>
                  <a:path w="146335" h="933863" extrusionOk="0">
                    <a:moveTo>
                      <a:pt x="146336" y="933863"/>
                    </a:moveTo>
                    <a:lnTo>
                      <a:pt x="50157" y="933863"/>
                    </a:lnTo>
                    <a:cubicBezTo>
                      <a:pt x="50157" y="909093"/>
                      <a:pt x="43955" y="899519"/>
                      <a:pt x="32749" y="882074"/>
                    </a:cubicBezTo>
                    <a:cubicBezTo>
                      <a:pt x="18931" y="860641"/>
                      <a:pt x="0" y="831265"/>
                      <a:pt x="0" y="778171"/>
                    </a:cubicBezTo>
                    <a:cubicBezTo>
                      <a:pt x="0" y="725077"/>
                      <a:pt x="18931" y="695737"/>
                      <a:pt x="32749" y="674267"/>
                    </a:cubicBezTo>
                    <a:cubicBezTo>
                      <a:pt x="43991" y="656859"/>
                      <a:pt x="50157" y="647249"/>
                      <a:pt x="50157" y="622479"/>
                    </a:cubicBezTo>
                    <a:cubicBezTo>
                      <a:pt x="50157" y="597709"/>
                      <a:pt x="43955" y="588134"/>
                      <a:pt x="32749" y="570726"/>
                    </a:cubicBezTo>
                    <a:cubicBezTo>
                      <a:pt x="18931" y="549293"/>
                      <a:pt x="0" y="519917"/>
                      <a:pt x="0" y="466859"/>
                    </a:cubicBezTo>
                    <a:cubicBezTo>
                      <a:pt x="0" y="413801"/>
                      <a:pt x="18931" y="384425"/>
                      <a:pt x="32749" y="362992"/>
                    </a:cubicBezTo>
                    <a:cubicBezTo>
                      <a:pt x="43991" y="345584"/>
                      <a:pt x="50157" y="335973"/>
                      <a:pt x="50157" y="311239"/>
                    </a:cubicBezTo>
                    <a:cubicBezTo>
                      <a:pt x="50157" y="286506"/>
                      <a:pt x="43955" y="276895"/>
                      <a:pt x="32749" y="259487"/>
                    </a:cubicBezTo>
                    <a:cubicBezTo>
                      <a:pt x="18931" y="238053"/>
                      <a:pt x="0" y="208678"/>
                      <a:pt x="0" y="155620"/>
                    </a:cubicBezTo>
                    <a:cubicBezTo>
                      <a:pt x="0" y="102562"/>
                      <a:pt x="18931" y="73186"/>
                      <a:pt x="32749" y="51752"/>
                    </a:cubicBezTo>
                    <a:cubicBezTo>
                      <a:pt x="43991" y="34344"/>
                      <a:pt x="50157" y="24734"/>
                      <a:pt x="50157" y="0"/>
                    </a:cubicBezTo>
                    <a:lnTo>
                      <a:pt x="146336" y="0"/>
                    </a:lnTo>
                    <a:cubicBezTo>
                      <a:pt x="146336" y="53058"/>
                      <a:pt x="127404" y="82434"/>
                      <a:pt x="113587" y="103867"/>
                    </a:cubicBezTo>
                    <a:cubicBezTo>
                      <a:pt x="102344" y="121275"/>
                      <a:pt x="96179" y="130886"/>
                      <a:pt x="96179" y="155620"/>
                    </a:cubicBezTo>
                    <a:cubicBezTo>
                      <a:pt x="96179" y="180353"/>
                      <a:pt x="102380" y="189964"/>
                      <a:pt x="113587" y="207372"/>
                    </a:cubicBezTo>
                    <a:cubicBezTo>
                      <a:pt x="127404" y="228806"/>
                      <a:pt x="146336" y="258181"/>
                      <a:pt x="146336" y="311239"/>
                    </a:cubicBezTo>
                    <a:cubicBezTo>
                      <a:pt x="146336" y="364297"/>
                      <a:pt x="127404" y="393673"/>
                      <a:pt x="113587" y="415107"/>
                    </a:cubicBezTo>
                    <a:cubicBezTo>
                      <a:pt x="102344" y="432515"/>
                      <a:pt x="96179" y="442125"/>
                      <a:pt x="96179" y="466859"/>
                    </a:cubicBezTo>
                    <a:cubicBezTo>
                      <a:pt x="96179" y="491593"/>
                      <a:pt x="102380" y="501203"/>
                      <a:pt x="113587" y="518611"/>
                    </a:cubicBezTo>
                    <a:cubicBezTo>
                      <a:pt x="127404" y="540045"/>
                      <a:pt x="146336" y="569421"/>
                      <a:pt x="146336" y="622479"/>
                    </a:cubicBezTo>
                    <a:cubicBezTo>
                      <a:pt x="146336" y="675537"/>
                      <a:pt x="127404" y="704912"/>
                      <a:pt x="113587" y="726382"/>
                    </a:cubicBezTo>
                    <a:cubicBezTo>
                      <a:pt x="102344" y="743790"/>
                      <a:pt x="96179" y="753401"/>
                      <a:pt x="96179" y="778171"/>
                    </a:cubicBezTo>
                    <a:cubicBezTo>
                      <a:pt x="96179" y="802941"/>
                      <a:pt x="102380" y="812515"/>
                      <a:pt x="113587" y="829960"/>
                    </a:cubicBezTo>
                    <a:cubicBezTo>
                      <a:pt x="127404" y="851393"/>
                      <a:pt x="146336" y="880769"/>
                      <a:pt x="146336" y="933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sp>
            <p:nvSpPr>
              <p:cNvPr id="219" name="Google Shape;219;p17"/>
              <p:cNvSpPr/>
              <p:nvPr/>
            </p:nvSpPr>
            <p:spPr>
              <a:xfrm>
                <a:off x="14450636" y="166555"/>
                <a:ext cx="109751" cy="700397"/>
              </a:xfrm>
              <a:custGeom>
                <a:avLst/>
                <a:gdLst/>
                <a:ahLst/>
                <a:cxnLst/>
                <a:rect l="l" t="t" r="r" b="b"/>
                <a:pathLst>
                  <a:path w="146335" h="933863" extrusionOk="0">
                    <a:moveTo>
                      <a:pt x="146336" y="933863"/>
                    </a:moveTo>
                    <a:lnTo>
                      <a:pt x="50157" y="933863"/>
                    </a:lnTo>
                    <a:cubicBezTo>
                      <a:pt x="50157" y="909093"/>
                      <a:pt x="43955" y="899519"/>
                      <a:pt x="32749" y="882074"/>
                    </a:cubicBezTo>
                    <a:cubicBezTo>
                      <a:pt x="18931" y="860641"/>
                      <a:pt x="0" y="831265"/>
                      <a:pt x="0" y="778171"/>
                    </a:cubicBezTo>
                    <a:cubicBezTo>
                      <a:pt x="0" y="725077"/>
                      <a:pt x="18931" y="695737"/>
                      <a:pt x="32749" y="674267"/>
                    </a:cubicBezTo>
                    <a:cubicBezTo>
                      <a:pt x="43992" y="656859"/>
                      <a:pt x="50157" y="647249"/>
                      <a:pt x="50157" y="622479"/>
                    </a:cubicBezTo>
                    <a:cubicBezTo>
                      <a:pt x="50157" y="597709"/>
                      <a:pt x="43955" y="588134"/>
                      <a:pt x="32749" y="570726"/>
                    </a:cubicBezTo>
                    <a:cubicBezTo>
                      <a:pt x="18931" y="549293"/>
                      <a:pt x="0" y="519917"/>
                      <a:pt x="0" y="466859"/>
                    </a:cubicBezTo>
                    <a:cubicBezTo>
                      <a:pt x="0" y="413801"/>
                      <a:pt x="18931" y="384425"/>
                      <a:pt x="32749" y="362992"/>
                    </a:cubicBezTo>
                    <a:cubicBezTo>
                      <a:pt x="43992" y="345584"/>
                      <a:pt x="50157" y="335973"/>
                      <a:pt x="50157" y="311239"/>
                    </a:cubicBezTo>
                    <a:cubicBezTo>
                      <a:pt x="50157" y="286506"/>
                      <a:pt x="43955" y="276895"/>
                      <a:pt x="32749" y="259487"/>
                    </a:cubicBezTo>
                    <a:cubicBezTo>
                      <a:pt x="18931" y="238053"/>
                      <a:pt x="0" y="208678"/>
                      <a:pt x="0" y="155620"/>
                    </a:cubicBezTo>
                    <a:cubicBezTo>
                      <a:pt x="0" y="102562"/>
                      <a:pt x="18931" y="73186"/>
                      <a:pt x="32749" y="51752"/>
                    </a:cubicBezTo>
                    <a:cubicBezTo>
                      <a:pt x="43992" y="34344"/>
                      <a:pt x="50157" y="24734"/>
                      <a:pt x="50157" y="0"/>
                    </a:cubicBezTo>
                    <a:lnTo>
                      <a:pt x="146336" y="0"/>
                    </a:lnTo>
                    <a:cubicBezTo>
                      <a:pt x="146336" y="53058"/>
                      <a:pt x="127405" y="82434"/>
                      <a:pt x="113587" y="103867"/>
                    </a:cubicBezTo>
                    <a:cubicBezTo>
                      <a:pt x="102344" y="121275"/>
                      <a:pt x="96179" y="130886"/>
                      <a:pt x="96179" y="155620"/>
                    </a:cubicBezTo>
                    <a:cubicBezTo>
                      <a:pt x="96179" y="180353"/>
                      <a:pt x="102380" y="189964"/>
                      <a:pt x="113587" y="207372"/>
                    </a:cubicBezTo>
                    <a:cubicBezTo>
                      <a:pt x="127405" y="228806"/>
                      <a:pt x="146336" y="258181"/>
                      <a:pt x="146336" y="311239"/>
                    </a:cubicBezTo>
                    <a:cubicBezTo>
                      <a:pt x="146336" y="364297"/>
                      <a:pt x="127405" y="393673"/>
                      <a:pt x="113587" y="415107"/>
                    </a:cubicBezTo>
                    <a:cubicBezTo>
                      <a:pt x="102344" y="432515"/>
                      <a:pt x="96179" y="442125"/>
                      <a:pt x="96179" y="466859"/>
                    </a:cubicBezTo>
                    <a:cubicBezTo>
                      <a:pt x="96179" y="491593"/>
                      <a:pt x="102380" y="501203"/>
                      <a:pt x="113587" y="518611"/>
                    </a:cubicBezTo>
                    <a:cubicBezTo>
                      <a:pt x="127405" y="540045"/>
                      <a:pt x="146336" y="569421"/>
                      <a:pt x="146336" y="622479"/>
                    </a:cubicBezTo>
                    <a:cubicBezTo>
                      <a:pt x="146336" y="675537"/>
                      <a:pt x="127405" y="704912"/>
                      <a:pt x="113587" y="726382"/>
                    </a:cubicBezTo>
                    <a:cubicBezTo>
                      <a:pt x="102344" y="743790"/>
                      <a:pt x="96179" y="753401"/>
                      <a:pt x="96179" y="778171"/>
                    </a:cubicBezTo>
                    <a:cubicBezTo>
                      <a:pt x="96179" y="802941"/>
                      <a:pt x="102380" y="812515"/>
                      <a:pt x="113587" y="829960"/>
                    </a:cubicBezTo>
                    <a:cubicBezTo>
                      <a:pt x="127405" y="851393"/>
                      <a:pt x="146336" y="880769"/>
                      <a:pt x="146336" y="933863"/>
                    </a:cubicBez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2"/>
                  </a:solidFill>
                  <a:latin typeface="Calibri" panose="020F0502020204030204"/>
                  <a:ea typeface="Calibri" panose="020F0502020204030204"/>
                  <a:cs typeface="Calibri" panose="020F0502020204030204"/>
                  <a:sym typeface="Calibri" panose="020F0502020204030204"/>
                </a:endParaRPr>
              </a:p>
            </p:txBody>
          </p:sp>
        </p:grpSp>
        <p:sp>
          <p:nvSpPr>
            <p:cNvPr id="220" name="Google Shape;220;p17"/>
            <p:cNvSpPr/>
            <p:nvPr/>
          </p:nvSpPr>
          <p:spPr>
            <a:xfrm rot="10800000">
              <a:off x="98647" y="473432"/>
              <a:ext cx="168503" cy="168530"/>
            </a:xfrm>
            <a:custGeom>
              <a:avLst/>
              <a:gdLst/>
              <a:ahLst/>
              <a:cxnLst/>
              <a:rect l="l" t="t" r="r" b="b"/>
              <a:pathLst>
                <a:path w="224671" h="224707" extrusionOk="0">
                  <a:moveTo>
                    <a:pt x="224671" y="96324"/>
                  </a:moveTo>
                  <a:lnTo>
                    <a:pt x="128384" y="96324"/>
                  </a:lnTo>
                  <a:lnTo>
                    <a:pt x="128384" y="0"/>
                  </a:lnTo>
                  <a:lnTo>
                    <a:pt x="96324" y="0"/>
                  </a:lnTo>
                  <a:lnTo>
                    <a:pt x="96324" y="96324"/>
                  </a:lnTo>
                  <a:lnTo>
                    <a:pt x="0" y="96324"/>
                  </a:lnTo>
                  <a:lnTo>
                    <a:pt x="0" y="128384"/>
                  </a:lnTo>
                  <a:lnTo>
                    <a:pt x="96324" y="128384"/>
                  </a:lnTo>
                  <a:lnTo>
                    <a:pt x="96324" y="224707"/>
                  </a:lnTo>
                  <a:lnTo>
                    <a:pt x="128384" y="224707"/>
                  </a:lnTo>
                  <a:lnTo>
                    <a:pt x="128384" y="128384"/>
                  </a:lnTo>
                  <a:lnTo>
                    <a:pt x="224671" y="128384"/>
                  </a:lnTo>
                  <a:lnTo>
                    <a:pt x="224671" y="96324"/>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1pPr>
            <a:lvl2pPr lvl="1"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2pPr>
            <a:lvl3pPr lvl="2"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3pPr>
            <a:lvl4pPr lvl="3"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4pPr>
            <a:lvl5pPr lvl="4"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5pPr>
            <a:lvl6pPr lvl="5"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6pPr>
            <a:lvl7pPr lvl="6"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7pPr>
            <a:lvl8pPr lvl="7"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8pPr>
            <a:lvl9pPr lvl="8" rtl="0">
              <a:lnSpc>
                <a:spcPct val="115000"/>
              </a:lnSpc>
              <a:spcBef>
                <a:spcPts val="0"/>
              </a:spcBef>
              <a:spcAft>
                <a:spcPts val="0"/>
              </a:spcAft>
              <a:buClr>
                <a:schemeClr val="dk1"/>
              </a:buClr>
              <a:buSzPts val="3500"/>
              <a:buFont typeface="Patua One" panose="02000000000000000000"/>
              <a:buNone/>
              <a:defRPr sz="3500">
                <a:solidFill>
                  <a:schemeClr val="dk1"/>
                </a:solidFill>
                <a:latin typeface="Patua One" panose="02000000000000000000"/>
                <a:ea typeface="Patua One" panose="02000000000000000000"/>
                <a:cs typeface="Patua One" panose="02000000000000000000"/>
                <a:sym typeface="Patua One" panose="02000000000000000000"/>
              </a:defRPr>
            </a:lvl9pPr>
          </a:lstStyle>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1pPr>
            <a:lvl2pPr marL="914400" lvl="1" indent="-317500">
              <a:lnSpc>
                <a:spcPct val="115000"/>
              </a:lnSpc>
              <a:spcBef>
                <a:spcPts val="1600"/>
              </a:spcBef>
              <a:spcAft>
                <a:spcPts val="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2pPr>
            <a:lvl3pPr marL="1371600" lvl="2" indent="-317500">
              <a:lnSpc>
                <a:spcPct val="115000"/>
              </a:lnSpc>
              <a:spcBef>
                <a:spcPts val="1600"/>
              </a:spcBef>
              <a:spcAft>
                <a:spcPts val="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3pPr>
            <a:lvl4pPr marL="1828800" lvl="3" indent="-317500">
              <a:lnSpc>
                <a:spcPct val="115000"/>
              </a:lnSpc>
              <a:spcBef>
                <a:spcPts val="1600"/>
              </a:spcBef>
              <a:spcAft>
                <a:spcPts val="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4pPr>
            <a:lvl5pPr marL="2286000" lvl="4" indent="-317500">
              <a:lnSpc>
                <a:spcPct val="115000"/>
              </a:lnSpc>
              <a:spcBef>
                <a:spcPts val="1600"/>
              </a:spcBef>
              <a:spcAft>
                <a:spcPts val="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5pPr>
            <a:lvl6pPr marL="2743200" lvl="5" indent="-317500">
              <a:lnSpc>
                <a:spcPct val="115000"/>
              </a:lnSpc>
              <a:spcBef>
                <a:spcPts val="1600"/>
              </a:spcBef>
              <a:spcAft>
                <a:spcPts val="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6pPr>
            <a:lvl7pPr marL="3200400" lvl="6" indent="-317500">
              <a:lnSpc>
                <a:spcPct val="115000"/>
              </a:lnSpc>
              <a:spcBef>
                <a:spcPts val="1600"/>
              </a:spcBef>
              <a:spcAft>
                <a:spcPts val="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7pPr>
            <a:lvl8pPr marL="3657600" lvl="7" indent="-317500">
              <a:lnSpc>
                <a:spcPct val="115000"/>
              </a:lnSpc>
              <a:spcBef>
                <a:spcPts val="1600"/>
              </a:spcBef>
              <a:spcAft>
                <a:spcPts val="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8pPr>
            <a:lvl9pPr marL="4114800" lvl="8" indent="-317500">
              <a:lnSpc>
                <a:spcPct val="115000"/>
              </a:lnSpc>
              <a:spcBef>
                <a:spcPts val="1600"/>
              </a:spcBef>
              <a:spcAft>
                <a:spcPts val="1600"/>
              </a:spcAft>
              <a:buClr>
                <a:schemeClr val="dk2"/>
              </a:buClr>
              <a:buSzPts val="1400"/>
              <a:buFont typeface="Inter" panose="02000503000000020004"/>
              <a:buChar char="■"/>
              <a:defRPr>
                <a:solidFill>
                  <a:schemeClr val="dk2"/>
                </a:solidFill>
                <a:latin typeface="Inter" panose="02000503000000020004"/>
                <a:ea typeface="Inter" panose="02000503000000020004"/>
                <a:cs typeface="Inter" panose="02000503000000020004"/>
                <a:sym typeface="Inter" panose="020005030000000200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microsoft.com/office/2007/relationships/hdphoto" Target="../media/image13.wdp"/><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microsoft.com/office/2007/relationships/hdphoto" Target="../media/image13.wdp"/><Relationship Id="rId2" Type="http://schemas.openxmlformats.org/officeDocument/2006/relationships/image" Target="../media/image12.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1"/>
          <p:cNvSpPr txBox="1">
            <a:spLocks noGrp="1"/>
          </p:cNvSpPr>
          <p:nvPr>
            <p:ph type="ctrTitle"/>
          </p:nvPr>
        </p:nvSpPr>
        <p:spPr>
          <a:xfrm>
            <a:off x="732598" y="1512525"/>
            <a:ext cx="5992500" cy="195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4400" dirty="0">
                <a:latin typeface="Arial Black" panose="020B0A04020102020204" pitchFamily="34" charset="0"/>
              </a:rPr>
              <a:t>Data Visualization Techniques</a:t>
            </a:r>
            <a:endParaRPr sz="4400" dirty="0">
              <a:latin typeface="Arial Black" panose="020B0A04020102020204" pitchFamily="34" charset="0"/>
            </a:endParaRPr>
          </a:p>
        </p:txBody>
      </p:sp>
      <p:sp>
        <p:nvSpPr>
          <p:cNvPr id="232" name="Google Shape;232;p21"/>
          <p:cNvSpPr/>
          <p:nvPr/>
        </p:nvSpPr>
        <p:spPr>
          <a:xfrm rot="10800000" flipH="1">
            <a:off x="812111" y="3138732"/>
            <a:ext cx="5065500" cy="36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8639" y="1068456"/>
            <a:ext cx="7429500" cy="3826565"/>
          </a:xfrm>
        </p:spPr>
        <p:txBody>
          <a:bodyPr/>
          <a:lstStyle/>
          <a:p>
            <a:pPr algn="l"/>
            <a:r>
              <a:rPr lang="en-IN" sz="1400" dirty="0">
                <a:latin typeface="Arial Rounded MT Bold" panose="020F0704030504030204" pitchFamily="34" charset="0"/>
              </a:rPr>
              <a:t>          </a:t>
            </a:r>
            <a:r>
              <a:rPr lang="en-IN" sz="1400" dirty="0" smtClean="0">
                <a:latin typeface="Arial Rounded MT Bold" panose="020F0704030504030204" pitchFamily="34" charset="0"/>
              </a:rPr>
              <a:t>     </a:t>
            </a:r>
            <a:r>
              <a:rPr lang="en-IN" sz="3200" b="1" dirty="0">
                <a:latin typeface="Arial Rounded MT Bold" panose="020F0704030504030204" pitchFamily="34" charset="0"/>
              </a:rPr>
              <a:t>Group: </a:t>
            </a:r>
            <a:r>
              <a:rPr lang="en-IN" sz="3200" b="1" dirty="0">
                <a:latin typeface="Cambria" panose="02040503050406030204" pitchFamily="18" charset="0"/>
                <a:ea typeface="Cambria" panose="02040503050406030204" pitchFamily="18" charset="0"/>
              </a:rPr>
              <a:t>09</a:t>
            </a:r>
            <a:br>
              <a:rPr lang="en-IN" sz="1400" dirty="0">
                <a:latin typeface="Arial Rounded MT Bold" panose="020F0704030504030204" pitchFamily="34" charset="0"/>
              </a:rPr>
            </a:br>
            <a:br>
              <a:rPr lang="en-IN" sz="1400" dirty="0">
                <a:latin typeface="Arial Rounded MT Bold" panose="020F0704030504030204" pitchFamily="34" charset="0"/>
              </a:rPr>
            </a:br>
            <a:br>
              <a:rPr lang="en-IN" sz="1400" dirty="0">
                <a:latin typeface="Arial Rounded MT Bold" panose="020F0704030504030204" pitchFamily="34" charset="0"/>
              </a:rPr>
            </a:br>
            <a:br>
              <a:rPr lang="en-IN" sz="1400" dirty="0">
                <a:latin typeface="Arial Rounded MT Bold" panose="020F0704030504030204" pitchFamily="34" charset="0"/>
              </a:rPr>
            </a:br>
            <a:r>
              <a:rPr lang="en-IN" sz="1400" dirty="0">
                <a:latin typeface="Arial Rounded MT Bold" panose="020F0704030504030204" pitchFamily="34" charset="0"/>
              </a:rPr>
              <a:t>                </a:t>
            </a:r>
            <a:r>
              <a:rPr lang="en-IN" sz="3200" b="1" dirty="0" smtClean="0">
                <a:latin typeface="Arial Rounded MT Bold" panose="020F0704030504030204" pitchFamily="34" charset="0"/>
              </a:rPr>
              <a:t>Members</a:t>
            </a:r>
            <a:r>
              <a:rPr lang="en-IN" sz="2400" b="1" dirty="0">
                <a:latin typeface="Arial Rounded MT Bold" panose="020F0704030504030204" pitchFamily="34" charset="0"/>
              </a:rPr>
              <a:t>: </a:t>
            </a:r>
            <a:r>
              <a:rPr lang="en-IN" sz="2000" dirty="0">
                <a:latin typeface="Cambria" panose="02040503050406030204" pitchFamily="18" charset="0"/>
                <a:ea typeface="Cambria" panose="02040503050406030204" pitchFamily="18" charset="0"/>
              </a:rPr>
              <a:t>Om </a:t>
            </a:r>
            <a:r>
              <a:rPr lang="en-IN" sz="2000" dirty="0" err="1">
                <a:latin typeface="Cambria" panose="02040503050406030204" pitchFamily="18" charset="0"/>
                <a:ea typeface="Cambria" panose="02040503050406030204" pitchFamily="18" charset="0"/>
              </a:rPr>
              <a:t>Govekar</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smtClean="0">
                <a:latin typeface="Cambria" panose="02040503050406030204" pitchFamily="18" charset="0"/>
                <a:ea typeface="Cambria" panose="02040503050406030204" pitchFamily="18" charset="0"/>
              </a:rPr>
              <a:t> Devansh </a:t>
            </a:r>
            <a:r>
              <a:rPr lang="en-IN" sz="2000" dirty="0">
                <a:latin typeface="Cambria" panose="02040503050406030204" pitchFamily="18" charset="0"/>
                <a:ea typeface="Cambria" panose="02040503050406030204" pitchFamily="18" charset="0"/>
              </a:rPr>
              <a:t>Goyanka</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err="1" smtClean="0">
                <a:latin typeface="Cambria" panose="02040503050406030204" pitchFamily="18" charset="0"/>
                <a:ea typeface="Cambria" panose="02040503050406030204" pitchFamily="18" charset="0"/>
              </a:rPr>
              <a:t>Pragati</a:t>
            </a:r>
            <a:r>
              <a:rPr lang="en-IN" sz="2000" dirty="0" smtClean="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Gupta</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smtClean="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Vaibhav Hade</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err="1" smtClean="0">
                <a:latin typeface="Cambria" panose="02040503050406030204" pitchFamily="18" charset="0"/>
                <a:ea typeface="Cambria" panose="02040503050406030204" pitchFamily="18" charset="0"/>
              </a:rPr>
              <a:t>Anvay</a:t>
            </a:r>
            <a:r>
              <a:rPr lang="en-IN" sz="2000" dirty="0" smtClean="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Hande</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smtClean="0">
                <a:latin typeface="Cambria" panose="02040503050406030204" pitchFamily="18" charset="0"/>
                <a:ea typeface="Cambria" panose="02040503050406030204" pitchFamily="18" charset="0"/>
              </a:rPr>
              <a:t>Hari </a:t>
            </a:r>
            <a:r>
              <a:rPr lang="en-IN" sz="2000" dirty="0" err="1" smtClean="0">
                <a:latin typeface="Cambria" panose="02040503050406030204" pitchFamily="18" charset="0"/>
                <a:ea typeface="Cambria" panose="02040503050406030204" pitchFamily="18" charset="0"/>
              </a:rPr>
              <a:t>Jadhav</a:t>
            </a:r>
            <a:endParaRPr lang="en-IN" sz="1400" dirty="0">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2"/>
          <p:cNvSpPr txBox="1">
            <a:spLocks noGrp="1"/>
          </p:cNvSpPr>
          <p:nvPr>
            <p:ph type="title"/>
          </p:nvPr>
        </p:nvSpPr>
        <p:spPr>
          <a:xfrm>
            <a:off x="333797" y="1811877"/>
            <a:ext cx="4829136" cy="602858"/>
          </a:xfrm>
          <a:prstGeom prst="rect">
            <a:avLst/>
          </a:prstGeom>
        </p:spPr>
        <p:txBody>
          <a:bodyPr spcFirstLastPara="1" wrap="square" lIns="91425" tIns="91425" rIns="91425" bIns="91425" anchor="b" anchorCtr="0">
            <a:noAutofit/>
          </a:bodyPr>
          <a:lstStyle/>
          <a:p>
            <a:pPr lvl="0" algn="ctr" rtl="0">
              <a:spcBef>
                <a:spcPts val="0"/>
              </a:spcBef>
              <a:spcAft>
                <a:spcPts val="0"/>
              </a:spcAft>
            </a:pPr>
            <a:r>
              <a:rPr lang="en-IN" sz="2400" dirty="0">
                <a:latin typeface="Arial Rounded MT Bold" panose="020F0704030504030204" pitchFamily="34" charset="0"/>
              </a:rPr>
              <a:t>   What Is Data Visualization ?</a:t>
            </a:r>
            <a:endParaRPr sz="2400" dirty="0">
              <a:latin typeface="Arial Rounded MT Bold" panose="020F0704030504030204" pitchFamily="34" charset="0"/>
            </a:endParaRPr>
          </a:p>
        </p:txBody>
      </p:sp>
      <p:sp>
        <p:nvSpPr>
          <p:cNvPr id="238" name="Google Shape;238;p22"/>
          <p:cNvSpPr txBox="1">
            <a:spLocks noGrp="1"/>
          </p:cNvSpPr>
          <p:nvPr>
            <p:ph type="title" idx="2"/>
          </p:nvPr>
        </p:nvSpPr>
        <p:spPr>
          <a:xfrm>
            <a:off x="415290" y="880745"/>
            <a:ext cx="4511040" cy="69659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Introducti</a:t>
            </a:r>
            <a:r>
              <a:rPr lang="en-US" altLang="en-GB" dirty="0"/>
              <a:t>o</a:t>
            </a:r>
            <a:r>
              <a:rPr lang="en-GB" dirty="0"/>
              <a:t>n</a:t>
            </a:r>
            <a:endParaRPr dirty="0"/>
          </a:p>
        </p:txBody>
      </p:sp>
      <p:sp>
        <p:nvSpPr>
          <p:cNvPr id="239" name="Google Shape;239;p22"/>
          <p:cNvSpPr/>
          <p:nvPr/>
        </p:nvSpPr>
        <p:spPr>
          <a:xfrm flipV="1">
            <a:off x="725170" y="1747520"/>
            <a:ext cx="3961765" cy="7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panose="02000503000000020004"/>
              <a:ea typeface="Inter" panose="02000503000000020004"/>
              <a:cs typeface="Inter" panose="02000503000000020004"/>
              <a:sym typeface="Inter" panose="02000503000000020004"/>
            </a:endParaRPr>
          </a:p>
        </p:txBody>
      </p:sp>
      <p:sp>
        <p:nvSpPr>
          <p:cNvPr id="3" name="TextBox 2"/>
          <p:cNvSpPr txBox="1"/>
          <p:nvPr/>
        </p:nvSpPr>
        <p:spPr>
          <a:xfrm>
            <a:off x="725201" y="2359434"/>
            <a:ext cx="7044990" cy="1015663"/>
          </a:xfrm>
          <a:prstGeom prst="rect">
            <a:avLst/>
          </a:prstGeom>
          <a:noFill/>
        </p:spPr>
        <p:txBody>
          <a:bodyPr wrap="square" rtlCol="0">
            <a:spAutoFit/>
          </a:bodyPr>
          <a:lstStyle/>
          <a:p>
            <a:r>
              <a:rPr lang="en-US" sz="2000" dirty="0">
                <a:solidFill>
                  <a:schemeClr val="bg2">
                    <a:lumMod val="60000"/>
                    <a:lumOff val="40000"/>
                  </a:schemeClr>
                </a:solidFill>
                <a:latin typeface="Cambria" panose="02040503050406030204" pitchFamily="18" charset="0"/>
                <a:ea typeface="Cambria" panose="02040503050406030204" pitchFamily="18" charset="0"/>
              </a:rPr>
              <a:t>Data visualization transforms raw data into visual formats like charts and graphs, making it easier to analyze and communicate insights.</a:t>
            </a:r>
            <a:endParaRPr lang="en-IN" sz="2000" dirty="0">
              <a:solidFill>
                <a:schemeClr val="bg2">
                  <a:lumMod val="60000"/>
                  <a:lumOff val="40000"/>
                </a:schemeClr>
              </a:solidFill>
              <a:latin typeface="Cambria" panose="02040503050406030204" pitchFamily="18" charset="0"/>
              <a:ea typeface="Cambria" panose="02040503050406030204" pitchFamily="18" charset="0"/>
            </a:endParaRPr>
          </a:p>
        </p:txBody>
      </p:sp>
      <p:sp>
        <p:nvSpPr>
          <p:cNvPr id="2" name="TextBox 1"/>
          <p:cNvSpPr txBox="1"/>
          <p:nvPr/>
        </p:nvSpPr>
        <p:spPr>
          <a:xfrm>
            <a:off x="725201" y="3215585"/>
            <a:ext cx="6856699" cy="1446550"/>
          </a:xfrm>
          <a:prstGeom prst="rect">
            <a:avLst/>
          </a:prstGeom>
          <a:noFill/>
        </p:spPr>
        <p:txBody>
          <a:bodyPr wrap="square" rtlCol="0">
            <a:spAutoFit/>
          </a:bodyPr>
          <a:lstStyle/>
          <a:p>
            <a:endParaRPr lang="en-US" sz="2400" b="1" dirty="0">
              <a:solidFill>
                <a:schemeClr val="dk2"/>
              </a:solidFill>
              <a:latin typeface="Patua One" panose="02000000000000000000"/>
              <a:sym typeface="Patua One" panose="02000000000000000000"/>
            </a:endParaRPr>
          </a:p>
          <a:p>
            <a:r>
              <a:rPr lang="en-US" sz="2400" b="1" dirty="0">
                <a:solidFill>
                  <a:schemeClr val="dk2"/>
                </a:solidFill>
                <a:latin typeface="Arial Rounded MT Bold" panose="020F0704030504030204" pitchFamily="34" charset="0"/>
                <a:sym typeface="Patua One" panose="02000000000000000000"/>
              </a:rPr>
              <a:t>Purpose:</a:t>
            </a:r>
            <a:endParaRPr lang="en-US" sz="2400" b="1" dirty="0">
              <a:solidFill>
                <a:schemeClr val="dk2"/>
              </a:solidFill>
              <a:latin typeface="Arial Rounded MT Bold" panose="020F0704030504030204" pitchFamily="34" charset="0"/>
              <a:sym typeface="Patua One" panose="02000000000000000000"/>
            </a:endParaRPr>
          </a:p>
          <a:p>
            <a:r>
              <a:rPr lang="en-US" sz="2000" dirty="0">
                <a:solidFill>
                  <a:schemeClr val="bg2">
                    <a:lumMod val="60000"/>
                    <a:lumOff val="40000"/>
                  </a:schemeClr>
                </a:solidFill>
                <a:latin typeface="Cambria" panose="02040503050406030204" pitchFamily="18" charset="0"/>
                <a:ea typeface="Cambria" panose="02040503050406030204" pitchFamily="18" charset="0"/>
              </a:rPr>
              <a:t>To simplify complex data and uncover patterns or insights and enhances the experience.</a:t>
            </a:r>
            <a:endParaRPr lang="en-IN" sz="1800" dirty="0">
              <a:solidFill>
                <a:schemeClr val="bg2">
                  <a:lumMod val="60000"/>
                  <a:lumOff val="40000"/>
                </a:schemeClr>
              </a:solidFill>
              <a:latin typeface="Cambria" panose="02040503050406030204" pitchFamily="18" charset="0"/>
              <a:ea typeface="Cambria" panose="02040503050406030204" pitchFamily="18" charset="0"/>
              <a:sym typeface="Patua One" panose="0200000000000000000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3"/>
          <p:cNvSpPr txBox="1">
            <a:spLocks noGrp="1"/>
          </p:cNvSpPr>
          <p:nvPr>
            <p:ph type="subTitle" idx="1"/>
          </p:nvPr>
        </p:nvSpPr>
        <p:spPr>
          <a:xfrm>
            <a:off x="580300" y="1102669"/>
            <a:ext cx="7741500" cy="1042500"/>
          </a:xfrm>
          <a:prstGeom prst="rect">
            <a:avLst/>
          </a:prstGeom>
        </p:spPr>
        <p:txBody>
          <a:bodyPr spcFirstLastPara="1" wrap="square" lIns="91425" tIns="91425" rIns="91425" bIns="91425" anchor="t" anchorCtr="0">
            <a:noAutofit/>
          </a:bodyPr>
          <a:lstStyle/>
          <a:p>
            <a:endParaRPr lang="en-US" sz="2000" dirty="0" smtClean="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dirty="0" smtClean="0">
                <a:latin typeface="Cambria" panose="02040503050406030204" pitchFamily="18" charset="0"/>
                <a:ea typeface="Cambria" panose="02040503050406030204" pitchFamily="18" charset="0"/>
              </a:rPr>
              <a:t>Explore various data visualization techniques.</a:t>
            </a:r>
            <a:endParaRPr lang="en-US" sz="2000" dirty="0" smtClean="0">
              <a:latin typeface="Cambria" panose="02040503050406030204" pitchFamily="18" charset="0"/>
              <a:ea typeface="Cambria" panose="02040503050406030204" pitchFamily="18" charset="0"/>
            </a:endParaRPr>
          </a:p>
          <a:p>
            <a:endParaRPr lang="en-US" sz="2000" dirty="0" smtClean="0">
              <a:latin typeface="Cambria" panose="02040503050406030204" pitchFamily="18" charset="0"/>
              <a:ea typeface="Cambria" panose="02040503050406030204" pitchFamily="18" charset="0"/>
            </a:endParaRPr>
          </a:p>
          <a:p>
            <a:r>
              <a:rPr lang="en-US" sz="2000" dirty="0" smtClean="0">
                <a:latin typeface="Cambria" panose="02040503050406030204" pitchFamily="18" charset="0"/>
                <a:ea typeface="Cambria" panose="02040503050406030204" pitchFamily="18" charset="0"/>
              </a:rPr>
              <a:t>Understand how different techniques are used in various contexts.</a:t>
            </a:r>
            <a:endParaRPr lang="en-US" sz="2000" dirty="0" smtClean="0">
              <a:latin typeface="Cambria" panose="02040503050406030204" pitchFamily="18" charset="0"/>
              <a:ea typeface="Cambria" panose="02040503050406030204" pitchFamily="18" charset="0"/>
            </a:endParaRPr>
          </a:p>
          <a:p>
            <a:endParaRPr lang="en-US" sz="2000" dirty="0" smtClean="0">
              <a:latin typeface="Cambria" panose="02040503050406030204" pitchFamily="18" charset="0"/>
              <a:ea typeface="Cambria" panose="02040503050406030204" pitchFamily="18" charset="0"/>
            </a:endParaRPr>
          </a:p>
          <a:p>
            <a:r>
              <a:rPr lang="en-US" sz="2000" dirty="0" smtClean="0">
                <a:latin typeface="Cambria" panose="02040503050406030204" pitchFamily="18" charset="0"/>
                <a:ea typeface="Cambria" panose="02040503050406030204" pitchFamily="18" charset="0"/>
              </a:rPr>
              <a:t>Demonstrate the benefits of effective visualizations.</a:t>
            </a:r>
            <a:endParaRPr lang="en-US" sz="2000" dirty="0" smtClean="0">
              <a:latin typeface="Cambria" panose="02040503050406030204" pitchFamily="18" charset="0"/>
              <a:ea typeface="Cambria" panose="02040503050406030204" pitchFamily="18" charset="0"/>
            </a:endParaRPr>
          </a:p>
          <a:p>
            <a:pPr marL="0" lvl="0" indent="0" algn="l" rtl="0">
              <a:spcBef>
                <a:spcPts val="0"/>
              </a:spcBef>
              <a:spcAft>
                <a:spcPts val="0"/>
              </a:spcAft>
              <a:buClr>
                <a:schemeClr val="dk1"/>
              </a:buClr>
              <a:buSzPts val="1100"/>
              <a:buFont typeface="Arial" panose="020B0604020202020204"/>
              <a:buNone/>
            </a:pPr>
            <a:endParaRPr sz="2800" dirty="0">
              <a:solidFill>
                <a:schemeClr val="dk2"/>
              </a:solidFill>
            </a:endParaRPr>
          </a:p>
        </p:txBody>
      </p:sp>
      <p:sp>
        <p:nvSpPr>
          <p:cNvPr id="245" name="Google Shape;245;p23"/>
          <p:cNvSpPr txBox="1">
            <a:spLocks noGrp="1"/>
          </p:cNvSpPr>
          <p:nvPr>
            <p:ph type="title"/>
          </p:nvPr>
        </p:nvSpPr>
        <p:spPr>
          <a:xfrm>
            <a:off x="807077" y="355732"/>
            <a:ext cx="3546327"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IN" sz="4400" dirty="0"/>
              <a:t>Objectives:</a:t>
            </a:r>
            <a:endParaRPr sz="4400" dirty="0"/>
          </a:p>
        </p:txBody>
      </p:sp>
      <p:sp>
        <p:nvSpPr>
          <p:cNvPr id="248" name="Google Shape;248;p23"/>
          <p:cNvSpPr/>
          <p:nvPr/>
        </p:nvSpPr>
        <p:spPr>
          <a:xfrm>
            <a:off x="869423" y="1209170"/>
            <a:ext cx="2706814" cy="52088"/>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4"/>
          <p:cNvSpPr txBox="1">
            <a:spLocks noGrp="1"/>
          </p:cNvSpPr>
          <p:nvPr>
            <p:ph type="subTitle" idx="1"/>
          </p:nvPr>
        </p:nvSpPr>
        <p:spPr>
          <a:xfrm>
            <a:off x="357773" y="1509854"/>
            <a:ext cx="8503513" cy="3113227"/>
          </a:xfrm>
          <a:prstGeom prst="rect">
            <a:avLst/>
          </a:prstGeom>
        </p:spPr>
        <p:txBody>
          <a:bodyPr spcFirstLastPara="1" wrap="square" lIns="91425" tIns="91425" rIns="91425" bIns="91425" anchor="t" anchorCtr="0">
            <a:noAutofit/>
          </a:bodyPr>
          <a:lstStyle/>
          <a:p>
            <a:pPr marL="342900" indent="-342900">
              <a:lnSpc>
                <a:spcPct val="115000"/>
              </a:lnSpc>
            </a:pPr>
            <a:r>
              <a:rPr lang="en-US" sz="2400" b="1" dirty="0">
                <a:latin typeface="Arial Rounded MT Bold" panose="020F0704030504030204" pitchFamily="34" charset="0"/>
              </a:rPr>
              <a:t>Clarity </a:t>
            </a:r>
            <a:r>
              <a:rPr lang="en-US" sz="2000" b="1" dirty="0">
                <a:latin typeface="Arial Rounded MT Bold" panose="020F0704030504030204" pitchFamily="34" charset="0"/>
              </a:rPr>
              <a:t>:</a:t>
            </a:r>
            <a:r>
              <a:rPr lang="en-US" sz="2000" dirty="0">
                <a:latin typeface="Arial Rounded MT Bold" panose="020F0704030504030204" pitchFamily="34" charset="0"/>
              </a:rPr>
              <a:t> </a:t>
            </a:r>
            <a:r>
              <a:rPr lang="en-US" sz="2000" dirty="0">
                <a:solidFill>
                  <a:schemeClr val="tx1"/>
                </a:solidFill>
                <a:latin typeface="Cambria" panose="02040503050406030204" pitchFamily="18" charset="0"/>
                <a:ea typeface="Cambria" panose="02040503050406030204" pitchFamily="18" charset="0"/>
              </a:rPr>
              <a:t>Clear and easy to interpret</a:t>
            </a:r>
            <a:r>
              <a:rPr lang="en-US" sz="2000" dirty="0" smtClean="0">
                <a:solidFill>
                  <a:schemeClr val="tx1"/>
                </a:solidFill>
                <a:latin typeface="Cambria" panose="02040503050406030204" pitchFamily="18" charset="0"/>
                <a:ea typeface="Cambria" panose="02040503050406030204" pitchFamily="18" charset="0"/>
              </a:rPr>
              <a:t>.</a:t>
            </a:r>
            <a:endParaRPr lang="en-US" sz="2000" dirty="0" smtClean="0">
              <a:solidFill>
                <a:schemeClr val="tx1"/>
              </a:solidFill>
              <a:latin typeface="Cambria" panose="02040503050406030204" pitchFamily="18" charset="0"/>
              <a:ea typeface="Cambria" panose="02040503050406030204" pitchFamily="18" charset="0"/>
            </a:endParaRPr>
          </a:p>
          <a:p>
            <a:pPr marL="342900" indent="-342900">
              <a:lnSpc>
                <a:spcPct val="115000"/>
              </a:lnSpc>
            </a:pPr>
            <a:endParaRPr lang="en-US" sz="2000" dirty="0">
              <a:solidFill>
                <a:schemeClr val="tx1"/>
              </a:solidFill>
              <a:latin typeface="Cambria" panose="02040503050406030204" pitchFamily="18" charset="0"/>
              <a:ea typeface="Cambria" panose="02040503050406030204" pitchFamily="18" charset="0"/>
            </a:endParaRPr>
          </a:p>
          <a:p>
            <a:pPr marL="0" indent="0">
              <a:buNone/>
            </a:pPr>
            <a:endParaRPr lang="en-US" sz="2000" dirty="0">
              <a:solidFill>
                <a:schemeClr val="tx1"/>
              </a:solidFill>
              <a:latin typeface="Patua One" panose="02000000000000000000" charset="0"/>
            </a:endParaRPr>
          </a:p>
          <a:p>
            <a:pPr marL="342900" indent="-342900">
              <a:lnSpc>
                <a:spcPct val="115000"/>
              </a:lnSpc>
            </a:pPr>
            <a:r>
              <a:rPr lang="en-US" sz="2400" b="1" dirty="0">
                <a:latin typeface="Arial Rounded MT Bold" panose="020F0704030504030204" pitchFamily="34" charset="0"/>
              </a:rPr>
              <a:t>Accuracy</a:t>
            </a:r>
            <a:r>
              <a:rPr lang="en-US" sz="2000" b="1" dirty="0">
                <a:latin typeface="Arial Rounded MT Bold" panose="020F0704030504030204" pitchFamily="34" charset="0"/>
              </a:rPr>
              <a:t>: </a:t>
            </a:r>
            <a:r>
              <a:rPr lang="en-US" sz="2000" dirty="0">
                <a:solidFill>
                  <a:schemeClr val="tx1"/>
                </a:solidFill>
                <a:latin typeface="Cambria" panose="02040503050406030204" pitchFamily="18" charset="0"/>
                <a:ea typeface="Cambria" panose="02040503050406030204" pitchFamily="18" charset="0"/>
              </a:rPr>
              <a:t>Free from distortions or misleading information</a:t>
            </a:r>
            <a:r>
              <a:rPr lang="en-US" sz="2000" dirty="0" smtClean="0">
                <a:solidFill>
                  <a:schemeClr val="tx1"/>
                </a:solidFill>
                <a:latin typeface="Cambria" panose="02040503050406030204" pitchFamily="18" charset="0"/>
                <a:ea typeface="Cambria" panose="02040503050406030204" pitchFamily="18" charset="0"/>
              </a:rPr>
              <a:t>.</a:t>
            </a:r>
            <a:endParaRPr lang="en-US" sz="2000" dirty="0" smtClean="0">
              <a:solidFill>
                <a:schemeClr val="tx1"/>
              </a:solidFill>
              <a:latin typeface="Cambria" panose="02040503050406030204" pitchFamily="18" charset="0"/>
              <a:ea typeface="Cambria" panose="02040503050406030204" pitchFamily="18" charset="0"/>
            </a:endParaRPr>
          </a:p>
          <a:p>
            <a:pPr marL="342900" indent="-342900">
              <a:lnSpc>
                <a:spcPct val="115000"/>
              </a:lnSpc>
            </a:pPr>
            <a:endParaRPr lang="en-US" sz="2000" dirty="0">
              <a:solidFill>
                <a:schemeClr val="tx1"/>
              </a:solidFill>
              <a:latin typeface="Cambria" panose="02040503050406030204" pitchFamily="18" charset="0"/>
              <a:ea typeface="Cambria" panose="02040503050406030204" pitchFamily="18" charset="0"/>
            </a:endParaRPr>
          </a:p>
          <a:p>
            <a:pPr marL="342900" indent="-342900">
              <a:lnSpc>
                <a:spcPct val="115000"/>
              </a:lnSpc>
            </a:pPr>
            <a:endParaRPr lang="en-US" sz="2000" dirty="0">
              <a:solidFill>
                <a:schemeClr val="tx1"/>
              </a:solidFill>
              <a:latin typeface="Cambria" panose="02040503050406030204" pitchFamily="18" charset="0"/>
              <a:ea typeface="Cambria" panose="02040503050406030204" pitchFamily="18" charset="0"/>
            </a:endParaRPr>
          </a:p>
          <a:p>
            <a:pPr marL="342900" indent="-342900">
              <a:lnSpc>
                <a:spcPct val="115000"/>
              </a:lnSpc>
            </a:pPr>
            <a:r>
              <a:rPr lang="en-US" sz="2400" b="1" dirty="0">
                <a:latin typeface="Arial Rounded MT Bold" panose="020F0704030504030204" pitchFamily="34" charset="0"/>
              </a:rPr>
              <a:t>Relevance</a:t>
            </a:r>
            <a:r>
              <a:rPr lang="en-US" sz="2000" b="1" dirty="0">
                <a:latin typeface="Arial Rounded MT Bold" panose="020F0704030504030204" pitchFamily="34" charset="0"/>
              </a:rPr>
              <a:t>:</a:t>
            </a:r>
            <a:r>
              <a:rPr lang="en-US" sz="2000" dirty="0">
                <a:latin typeface="Arial Rounded MT Bold" panose="020F0704030504030204" pitchFamily="34" charset="0"/>
              </a:rPr>
              <a:t> </a:t>
            </a:r>
            <a:r>
              <a:rPr lang="en-US" sz="2000" dirty="0">
                <a:solidFill>
                  <a:schemeClr val="tx1"/>
                </a:solidFill>
                <a:latin typeface="Cambria" panose="02040503050406030204" pitchFamily="18" charset="0"/>
                <a:ea typeface="Cambria" panose="02040503050406030204" pitchFamily="18" charset="0"/>
              </a:rPr>
              <a:t>Aligns with the purpose of the analysis.</a:t>
            </a:r>
            <a:endParaRPr lang="en-US" sz="2000" dirty="0">
              <a:solidFill>
                <a:schemeClr val="tx1"/>
              </a:solidFill>
              <a:latin typeface="Cambria" panose="02040503050406030204" pitchFamily="18" charset="0"/>
              <a:ea typeface="Cambria" panose="02040503050406030204" pitchFamily="18" charset="0"/>
            </a:endParaRPr>
          </a:p>
          <a:p>
            <a:pPr marL="0" indent="0">
              <a:lnSpc>
                <a:spcPct val="115000"/>
              </a:lnSpc>
              <a:buNone/>
            </a:pPr>
            <a:endParaRPr lang="en-US" sz="2400" dirty="0">
              <a:solidFill>
                <a:schemeClr val="tx1"/>
              </a:solidFill>
              <a:latin typeface="Patua One" panose="02000000000000000000" charset="0"/>
            </a:endParaRPr>
          </a:p>
          <a:p>
            <a:pPr marL="342900" indent="-342900">
              <a:lnSpc>
                <a:spcPct val="115000"/>
              </a:lnSpc>
            </a:pPr>
            <a:endParaRPr lang="en-US" sz="2400" dirty="0">
              <a:solidFill>
                <a:schemeClr val="tx1"/>
              </a:solidFill>
              <a:latin typeface="Patua One" panose="02000000000000000000" charset="0"/>
            </a:endParaRPr>
          </a:p>
          <a:p>
            <a:pPr marL="0" indent="0">
              <a:lnSpc>
                <a:spcPct val="115000"/>
              </a:lnSpc>
              <a:buNone/>
            </a:pPr>
            <a:endParaRPr lang="en-US" sz="2400" dirty="0">
              <a:solidFill>
                <a:schemeClr val="tx1"/>
              </a:solidFill>
              <a:latin typeface="Patua One" panose="02000000000000000000" charset="0"/>
            </a:endParaRPr>
          </a:p>
          <a:p>
            <a:pPr marL="0" lvl="0" indent="0" algn="l" rtl="0">
              <a:lnSpc>
                <a:spcPct val="115000"/>
              </a:lnSpc>
              <a:spcBef>
                <a:spcPts val="0"/>
              </a:spcBef>
              <a:spcAft>
                <a:spcPts val="0"/>
              </a:spcAft>
              <a:buNone/>
            </a:pPr>
            <a:endParaRPr lang="en-US" sz="1100" b="1" dirty="0">
              <a:solidFill>
                <a:schemeClr val="dk2"/>
              </a:solidFill>
            </a:endParaRPr>
          </a:p>
        </p:txBody>
      </p:sp>
      <p:sp>
        <p:nvSpPr>
          <p:cNvPr id="254" name="Google Shape;254;p24"/>
          <p:cNvSpPr txBox="1">
            <a:spLocks noGrp="1"/>
          </p:cNvSpPr>
          <p:nvPr>
            <p:ph type="title"/>
          </p:nvPr>
        </p:nvSpPr>
        <p:spPr>
          <a:xfrm>
            <a:off x="720000" y="500625"/>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sz="3200" dirty="0"/>
              <a:t>Key Elements of Data Visualization</a:t>
            </a:r>
            <a:endParaRPr sz="3200" dirty="0"/>
          </a:p>
        </p:txBody>
      </p:sp>
      <p:sp>
        <p:nvSpPr>
          <p:cNvPr id="256" name="Google Shape;256;p24"/>
          <p:cNvSpPr/>
          <p:nvPr/>
        </p:nvSpPr>
        <p:spPr>
          <a:xfrm>
            <a:off x="792148" y="1136725"/>
            <a:ext cx="6308403"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668136" y="321190"/>
            <a:ext cx="7704000" cy="576000"/>
          </a:xfrm>
        </p:spPr>
        <p:txBody>
          <a:bodyPr/>
          <a:lstStyle/>
          <a:p>
            <a:r>
              <a:rPr lang="en-IN" sz="3200" dirty="0"/>
              <a:t>Tools for Data Visualisation:</a:t>
            </a:r>
            <a:endParaRPr lang="en-IN" sz="3200" dirty="0"/>
          </a:p>
        </p:txBody>
      </p:sp>
      <p:sp>
        <p:nvSpPr>
          <p:cNvPr id="17" name="TextBox 16"/>
          <p:cNvSpPr txBox="1"/>
          <p:nvPr/>
        </p:nvSpPr>
        <p:spPr>
          <a:xfrm>
            <a:off x="941814" y="1196013"/>
            <a:ext cx="6994908" cy="3754874"/>
          </a:xfrm>
          <a:prstGeom prst="rect">
            <a:avLst/>
          </a:prstGeom>
          <a:noFill/>
        </p:spPr>
        <p:txBody>
          <a:bodyPr wrap="square" rtlCol="0">
            <a:spAutoFit/>
          </a:bodyPr>
          <a:lstStyle/>
          <a:p>
            <a:pPr marL="139700">
              <a:buClr>
                <a:schemeClr val="lt2"/>
              </a:buClr>
              <a:buSzPts val="1400"/>
            </a:pPr>
            <a:r>
              <a:rPr lang="en-IN" sz="2400" b="1" dirty="0" smtClean="0">
                <a:solidFill>
                  <a:schemeClr val="dk2"/>
                </a:solidFill>
                <a:latin typeface="Arial Rounded MT Bold" panose="020F0704030504030204" pitchFamily="34" charset="0"/>
                <a:ea typeface="Inter" panose="02000503000000020004"/>
                <a:sym typeface="Inter" panose="02000503000000020004"/>
              </a:rPr>
              <a:t>1. Manual </a:t>
            </a:r>
            <a:r>
              <a:rPr lang="en-IN" sz="2400" b="1" dirty="0">
                <a:solidFill>
                  <a:schemeClr val="dk2"/>
                </a:solidFill>
                <a:latin typeface="Arial Rounded MT Bold" panose="020F0704030504030204" pitchFamily="34" charset="0"/>
                <a:ea typeface="Inter" panose="02000503000000020004"/>
                <a:sym typeface="Inter" panose="02000503000000020004"/>
              </a:rPr>
              <a:t>Methods:</a:t>
            </a:r>
            <a:endParaRPr lang="en-IN" sz="2400" b="1" dirty="0">
              <a:solidFill>
                <a:schemeClr val="dk2"/>
              </a:solidFill>
              <a:latin typeface="Arial Rounded MT Bold" panose="020F0704030504030204" pitchFamily="34" charset="0"/>
              <a:ea typeface="Inter" panose="02000503000000020004"/>
              <a:sym typeface="Inter" panose="02000503000000020004"/>
            </a:endParaRPr>
          </a:p>
          <a:p>
            <a:pPr>
              <a:lnSpc>
                <a:spcPct val="115000"/>
              </a:lnSpc>
              <a:buClr>
                <a:schemeClr val="lt2"/>
              </a:buClr>
              <a:buSzPts val="1600"/>
            </a:pPr>
            <a:r>
              <a:rPr lang="en-US" sz="2000" dirty="0" smtClean="0">
                <a:solidFill>
                  <a:schemeClr val="tx1"/>
                </a:solidFill>
                <a:latin typeface="Cambria" panose="02040503050406030204" pitchFamily="18" charset="0"/>
                <a:ea typeface="Cambria" panose="02040503050406030204" pitchFamily="18" charset="0"/>
                <a:sym typeface="Wingdings" panose="05000000000000000000" pitchFamily="2" charset="2"/>
              </a:rPr>
              <a:t>Manual </a:t>
            </a:r>
            <a:r>
              <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rPr>
              <a:t>Methods in data visualization refer to traditional, </a:t>
            </a:r>
            <a:r>
              <a:rPr lang="en-US" sz="2000" dirty="0" smtClean="0">
                <a:solidFill>
                  <a:schemeClr val="tx1"/>
                </a:solidFill>
                <a:latin typeface="Cambria" panose="02040503050406030204" pitchFamily="18" charset="0"/>
                <a:ea typeface="Cambria" panose="02040503050406030204" pitchFamily="18" charset="0"/>
                <a:sym typeface="Wingdings" panose="05000000000000000000" pitchFamily="2" charset="2"/>
              </a:rPr>
              <a:t>non-digital </a:t>
            </a:r>
            <a:r>
              <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rPr>
              <a:t>techniques used to create visual representations of data.</a:t>
            </a:r>
            <a:endParaRPr lang="en-US" sz="2000" b="1" dirty="0">
              <a:solidFill>
                <a:schemeClr val="tx1"/>
              </a:solidFill>
              <a:latin typeface="Cambria" panose="02040503050406030204" pitchFamily="18" charset="0"/>
              <a:ea typeface="Cambria" panose="02040503050406030204" pitchFamily="18" charset="0"/>
              <a:sym typeface="Wingdings" panose="05000000000000000000" pitchFamily="2" charset="2"/>
            </a:endParaRPr>
          </a:p>
          <a:p>
            <a:pPr>
              <a:lnSpc>
                <a:spcPct val="115000"/>
              </a:lnSpc>
              <a:buClr>
                <a:schemeClr val="lt2"/>
              </a:buClr>
              <a:buSzPts val="1600"/>
            </a:pPr>
            <a:r>
              <a:rPr lang="en-US" sz="2000" b="1" dirty="0">
                <a:solidFill>
                  <a:schemeClr val="tx1"/>
                </a:solidFill>
                <a:latin typeface="Cambria" panose="02040503050406030204" pitchFamily="18" charset="0"/>
                <a:ea typeface="Cambria" panose="02040503050406030204" pitchFamily="18" charset="0"/>
                <a:sym typeface="Wingdings" panose="05000000000000000000" pitchFamily="2" charset="2"/>
              </a:rPr>
              <a:t>Example: </a:t>
            </a:r>
            <a:r>
              <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rPr>
              <a:t>Graph Papers , Rulers , Compass , Pencil , etc.</a:t>
            </a:r>
            <a:endPar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endParaRPr>
          </a:p>
          <a:p>
            <a:pPr marL="139700">
              <a:buClr>
                <a:schemeClr val="lt2"/>
              </a:buClr>
              <a:buSzPts val="1400"/>
            </a:pPr>
            <a:endParaRPr lang="en-US" sz="1800" dirty="0">
              <a:solidFill>
                <a:schemeClr val="dk2"/>
              </a:solidFill>
              <a:latin typeface="Cambria" panose="02040503050406030204" pitchFamily="18" charset="0"/>
              <a:ea typeface="Cambria" panose="02040503050406030204" pitchFamily="18" charset="0"/>
              <a:sym typeface="Wingdings" panose="05000000000000000000" pitchFamily="2" charset="2"/>
            </a:endParaRPr>
          </a:p>
          <a:p>
            <a:pPr marL="139700">
              <a:buClr>
                <a:schemeClr val="lt2"/>
              </a:buClr>
              <a:buSzPts val="1400"/>
            </a:pPr>
            <a:r>
              <a:rPr lang="en-US" sz="2400" b="1" dirty="0">
                <a:solidFill>
                  <a:schemeClr val="dk2"/>
                </a:solidFill>
                <a:latin typeface="Arial Rounded MT Bold" panose="020F0704030504030204" pitchFamily="34" charset="0"/>
                <a:ea typeface="Inter" panose="02000503000000020004"/>
                <a:sym typeface="Wingdings" panose="05000000000000000000" pitchFamily="2" charset="2"/>
              </a:rPr>
              <a:t>2. Digital Methods:</a:t>
            </a:r>
            <a:endParaRPr lang="en-US" sz="2400" b="1" dirty="0">
              <a:solidFill>
                <a:schemeClr val="dk2"/>
              </a:solidFill>
              <a:latin typeface="Arial Rounded MT Bold" panose="020F0704030504030204" pitchFamily="34" charset="0"/>
              <a:ea typeface="Inter" panose="02000503000000020004"/>
              <a:sym typeface="Wingdings" panose="05000000000000000000" pitchFamily="2" charset="2"/>
            </a:endParaRPr>
          </a:p>
          <a:p>
            <a:pPr marL="139700">
              <a:buClr>
                <a:schemeClr val="lt2"/>
              </a:buClr>
              <a:buSzPts val="1400"/>
            </a:pPr>
            <a:r>
              <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rPr>
              <a:t>Excel</a:t>
            </a:r>
            <a:endPar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endParaRPr>
          </a:p>
          <a:p>
            <a:pPr marL="139700">
              <a:buClr>
                <a:schemeClr val="lt2"/>
              </a:buClr>
              <a:buSzPts val="1400"/>
            </a:pPr>
            <a:r>
              <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rPr>
              <a:t>Tableau</a:t>
            </a:r>
            <a:endPar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endParaRPr>
          </a:p>
          <a:p>
            <a:pPr marL="139700">
              <a:buClr>
                <a:schemeClr val="lt2"/>
              </a:buClr>
              <a:buSzPts val="1400"/>
            </a:pPr>
            <a:r>
              <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rPr>
              <a:t>Python(Matplotlib)</a:t>
            </a:r>
            <a:endPar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endParaRPr>
          </a:p>
          <a:p>
            <a:pPr marL="139700">
              <a:buClr>
                <a:schemeClr val="lt2"/>
              </a:buClr>
              <a:buSzPts val="1400"/>
            </a:pPr>
            <a:r>
              <a:rPr lang="en-US" sz="2000" dirty="0">
                <a:solidFill>
                  <a:schemeClr val="tx1"/>
                </a:solidFill>
                <a:latin typeface="Cambria" panose="02040503050406030204" pitchFamily="18" charset="0"/>
                <a:ea typeface="Cambria" panose="02040503050406030204" pitchFamily="18" charset="0"/>
                <a:sym typeface="Wingdings" panose="05000000000000000000" pitchFamily="2" charset="2"/>
              </a:rPr>
              <a:t>Google Sheets</a:t>
            </a:r>
            <a:endParaRPr lang="en-IN" sz="2000" dirty="0">
              <a:solidFill>
                <a:schemeClr val="tx1"/>
              </a:solidFill>
              <a:latin typeface="Cambria" panose="02040503050406030204" pitchFamily="18" charset="0"/>
              <a:ea typeface="Cambria" panose="02040503050406030204" pitchFamily="18" charset="0"/>
              <a:sym typeface="Inter" panose="02000503000000020004"/>
            </a:endParaRPr>
          </a:p>
        </p:txBody>
      </p:sp>
      <p:sp>
        <p:nvSpPr>
          <p:cNvPr id="14" name="Google Shape;256;p24"/>
          <p:cNvSpPr/>
          <p:nvPr/>
        </p:nvSpPr>
        <p:spPr>
          <a:xfrm>
            <a:off x="1943099" y="960039"/>
            <a:ext cx="5185064"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200" dirty="0"/>
              <a:t>Types of Data Visualizations</a:t>
            </a:r>
            <a:endParaRPr lang="en-IN" sz="3200" dirty="0"/>
          </a:p>
        </p:txBody>
      </p:sp>
      <p:sp>
        <p:nvSpPr>
          <p:cNvPr id="2" name="TextBox 1"/>
          <p:cNvSpPr txBox="1"/>
          <p:nvPr/>
        </p:nvSpPr>
        <p:spPr>
          <a:xfrm>
            <a:off x="719998" y="1515903"/>
            <a:ext cx="7343345" cy="3293209"/>
          </a:xfrm>
          <a:prstGeom prst="rect">
            <a:avLst/>
          </a:prstGeom>
          <a:noFill/>
        </p:spPr>
        <p:txBody>
          <a:bodyPr wrap="square" rtlCol="0">
            <a:spAutoFit/>
          </a:bodyPr>
          <a:lstStyle/>
          <a:p>
            <a:pPr marL="342900" indent="-342900">
              <a:buClr>
                <a:schemeClr val="bg2">
                  <a:lumMod val="60000"/>
                  <a:lumOff val="40000"/>
                </a:schemeClr>
              </a:buClr>
              <a:buFont typeface="Wingdings" panose="05000000000000000000" pitchFamily="2" charset="2"/>
              <a:buChar char="v"/>
            </a:pPr>
            <a:r>
              <a:rPr lang="en-US" sz="2400" b="1" dirty="0">
                <a:solidFill>
                  <a:schemeClr val="dk2"/>
                </a:solidFill>
                <a:latin typeface="Arial Rounded MT Bold" panose="020F0704030504030204" pitchFamily="34" charset="0"/>
                <a:ea typeface="Inter" panose="02000503000000020004"/>
              </a:rPr>
              <a:t>Line Chart: </a:t>
            </a:r>
            <a:r>
              <a:rPr lang="en-US" sz="2000" dirty="0">
                <a:solidFill>
                  <a:schemeClr val="tx1"/>
                </a:solidFill>
                <a:latin typeface="Cambria" panose="02040503050406030204" pitchFamily="18" charset="0"/>
                <a:ea typeface="Cambria" panose="02040503050406030204" pitchFamily="18" charset="0"/>
              </a:rPr>
              <a:t>Displays trends over time or continuous data</a:t>
            </a:r>
            <a:r>
              <a:rPr lang="en-US" sz="2000" dirty="0" smtClean="0">
                <a:solidFill>
                  <a:schemeClr val="tx1"/>
                </a:solidFill>
                <a:latin typeface="Cambria" panose="02040503050406030204" pitchFamily="18" charset="0"/>
                <a:ea typeface="Cambria" panose="02040503050406030204" pitchFamily="18" charset="0"/>
              </a:rPr>
              <a:t>.</a:t>
            </a:r>
            <a:endParaRPr lang="en-US" sz="2000" dirty="0" smtClean="0">
              <a:solidFill>
                <a:schemeClr val="tx1"/>
              </a:solidFill>
              <a:latin typeface="Cambria" panose="02040503050406030204" pitchFamily="18" charset="0"/>
              <a:ea typeface="Cambria" panose="02040503050406030204" pitchFamily="18" charset="0"/>
            </a:endParaRPr>
          </a:p>
          <a:p>
            <a:pPr marL="342900" indent="-342900">
              <a:buClr>
                <a:schemeClr val="bg2">
                  <a:lumMod val="60000"/>
                  <a:lumOff val="40000"/>
                </a:schemeClr>
              </a:buClr>
              <a:buFont typeface="Wingdings" panose="05000000000000000000" pitchFamily="2" charset="2"/>
              <a:buChar char="v"/>
            </a:pPr>
            <a:endParaRPr lang="en-US" sz="2000" dirty="0">
              <a:solidFill>
                <a:schemeClr val="tx1"/>
              </a:solidFill>
              <a:latin typeface="Cambria" panose="02040503050406030204" pitchFamily="18" charset="0"/>
              <a:ea typeface="Cambria" panose="02040503050406030204" pitchFamily="18" charset="0"/>
            </a:endParaRPr>
          </a:p>
          <a:p>
            <a:pPr marL="342900" indent="-342900">
              <a:buClr>
                <a:schemeClr val="bg2">
                  <a:lumMod val="60000"/>
                  <a:lumOff val="40000"/>
                </a:schemeClr>
              </a:buClr>
              <a:buFont typeface="Wingdings" panose="05000000000000000000" pitchFamily="2" charset="2"/>
              <a:buChar char="v"/>
            </a:pPr>
            <a:r>
              <a:rPr lang="en-US" sz="2400" b="1" dirty="0">
                <a:solidFill>
                  <a:schemeClr val="dk2"/>
                </a:solidFill>
                <a:latin typeface="Arial Rounded MT Bold" panose="020F0704030504030204" pitchFamily="34" charset="0"/>
                <a:ea typeface="Inter" panose="02000503000000020004"/>
              </a:rPr>
              <a:t>Bar Chart: </a:t>
            </a:r>
            <a:r>
              <a:rPr lang="en-US" sz="2000" dirty="0">
                <a:solidFill>
                  <a:schemeClr val="tx1"/>
                </a:solidFill>
                <a:latin typeface="Cambria" panose="02040503050406030204" pitchFamily="18" charset="0"/>
                <a:ea typeface="Cambria" panose="02040503050406030204" pitchFamily="18" charset="0"/>
              </a:rPr>
              <a:t>Compares quantities across categories</a:t>
            </a:r>
            <a:r>
              <a:rPr lang="en-US" sz="2000" dirty="0" smtClean="0">
                <a:solidFill>
                  <a:schemeClr val="tx1"/>
                </a:solidFill>
                <a:latin typeface="Cambria" panose="02040503050406030204" pitchFamily="18" charset="0"/>
                <a:ea typeface="Cambria" panose="02040503050406030204" pitchFamily="18" charset="0"/>
              </a:rPr>
              <a:t>.</a:t>
            </a:r>
            <a:endParaRPr lang="en-US" sz="2000" dirty="0" smtClean="0">
              <a:solidFill>
                <a:schemeClr val="tx1"/>
              </a:solidFill>
              <a:latin typeface="Cambria" panose="02040503050406030204" pitchFamily="18" charset="0"/>
              <a:ea typeface="Cambria" panose="02040503050406030204" pitchFamily="18" charset="0"/>
            </a:endParaRPr>
          </a:p>
          <a:p>
            <a:pPr marL="342900" indent="-342900">
              <a:buClr>
                <a:schemeClr val="bg2">
                  <a:lumMod val="60000"/>
                  <a:lumOff val="40000"/>
                </a:schemeClr>
              </a:buClr>
              <a:buFont typeface="Wingdings" panose="05000000000000000000" pitchFamily="2" charset="2"/>
              <a:buChar char="v"/>
            </a:pPr>
            <a:endParaRPr lang="en-US" sz="2000" dirty="0">
              <a:solidFill>
                <a:schemeClr val="tx1"/>
              </a:solidFill>
              <a:latin typeface="Cambria" panose="02040503050406030204" pitchFamily="18" charset="0"/>
              <a:ea typeface="Cambria" panose="02040503050406030204" pitchFamily="18" charset="0"/>
            </a:endParaRPr>
          </a:p>
          <a:p>
            <a:pPr marL="342900" indent="-342900">
              <a:buClr>
                <a:schemeClr val="bg2">
                  <a:lumMod val="60000"/>
                  <a:lumOff val="40000"/>
                </a:schemeClr>
              </a:buClr>
              <a:buFont typeface="Wingdings" panose="05000000000000000000" pitchFamily="2" charset="2"/>
              <a:buChar char="v"/>
            </a:pPr>
            <a:r>
              <a:rPr lang="en-US" sz="2400" b="1" dirty="0">
                <a:solidFill>
                  <a:schemeClr val="dk2"/>
                </a:solidFill>
                <a:latin typeface="Arial Rounded MT Bold" panose="020F0704030504030204" pitchFamily="34" charset="0"/>
                <a:ea typeface="Inter" panose="02000503000000020004"/>
              </a:rPr>
              <a:t>Histogram: </a:t>
            </a:r>
            <a:r>
              <a:rPr lang="en-US" sz="2000" dirty="0">
                <a:solidFill>
                  <a:schemeClr val="tx1"/>
                </a:solidFill>
                <a:latin typeface="Cambria" panose="02040503050406030204" pitchFamily="18" charset="0"/>
                <a:ea typeface="Cambria" panose="02040503050406030204" pitchFamily="18" charset="0"/>
              </a:rPr>
              <a:t>Shows the distribution of data.</a:t>
            </a:r>
            <a:endParaRPr lang="en-US" sz="2000" dirty="0">
              <a:solidFill>
                <a:schemeClr val="tx1"/>
              </a:solidFill>
              <a:latin typeface="Cambria" panose="02040503050406030204" pitchFamily="18" charset="0"/>
              <a:ea typeface="Cambria" panose="02040503050406030204" pitchFamily="18" charset="0"/>
            </a:endParaRPr>
          </a:p>
          <a:p>
            <a:pPr marL="342900" indent="-342900">
              <a:buClr>
                <a:schemeClr val="bg2">
                  <a:lumMod val="60000"/>
                  <a:lumOff val="40000"/>
                </a:schemeClr>
              </a:buClr>
              <a:buFont typeface="Wingdings" panose="05000000000000000000" pitchFamily="2" charset="2"/>
              <a:buChar char="v"/>
            </a:pPr>
            <a:endParaRPr lang="en-US" sz="2400" b="1" dirty="0" smtClean="0">
              <a:solidFill>
                <a:schemeClr val="dk2"/>
              </a:solidFill>
              <a:latin typeface="Arial Rounded MT Bold" panose="020F0704030504030204" pitchFamily="34" charset="0"/>
              <a:ea typeface="Inter" panose="02000503000000020004"/>
            </a:endParaRPr>
          </a:p>
          <a:p>
            <a:pPr marL="342900" indent="-342900">
              <a:buClr>
                <a:schemeClr val="bg2">
                  <a:lumMod val="60000"/>
                  <a:lumOff val="40000"/>
                </a:schemeClr>
              </a:buClr>
              <a:buFont typeface="Wingdings" panose="05000000000000000000" pitchFamily="2" charset="2"/>
              <a:buChar char="v"/>
            </a:pPr>
            <a:r>
              <a:rPr lang="en-US" sz="2400" b="1" dirty="0" smtClean="0">
                <a:solidFill>
                  <a:schemeClr val="dk2"/>
                </a:solidFill>
                <a:latin typeface="Arial Rounded MT Bold" panose="020F0704030504030204" pitchFamily="34" charset="0"/>
                <a:ea typeface="Inter" panose="02000503000000020004"/>
              </a:rPr>
              <a:t>Pie </a:t>
            </a:r>
            <a:r>
              <a:rPr lang="en-US" sz="2400" b="1" dirty="0">
                <a:solidFill>
                  <a:schemeClr val="dk2"/>
                </a:solidFill>
                <a:latin typeface="Arial Rounded MT Bold" panose="020F0704030504030204" pitchFamily="34" charset="0"/>
                <a:ea typeface="Inter" panose="02000503000000020004"/>
              </a:rPr>
              <a:t>Chart: </a:t>
            </a:r>
            <a:r>
              <a:rPr lang="en-US" sz="2000" dirty="0">
                <a:solidFill>
                  <a:schemeClr val="tx1"/>
                </a:solidFill>
                <a:latin typeface="Cambria" panose="02040503050406030204" pitchFamily="18" charset="0"/>
                <a:ea typeface="Cambria" panose="02040503050406030204" pitchFamily="18" charset="0"/>
              </a:rPr>
              <a:t>Represents proportions within a whole.</a:t>
            </a:r>
            <a:endParaRPr lang="en-US" sz="2000" dirty="0">
              <a:solidFill>
                <a:schemeClr val="tx1"/>
              </a:solidFill>
              <a:latin typeface="Cambria" panose="02040503050406030204" pitchFamily="18" charset="0"/>
              <a:ea typeface="Cambria" panose="02040503050406030204" pitchFamily="18" charset="0"/>
            </a:endParaRPr>
          </a:p>
          <a:p>
            <a:pPr marL="342900" indent="-342900">
              <a:buClr>
                <a:schemeClr val="bg2">
                  <a:lumMod val="60000"/>
                  <a:lumOff val="40000"/>
                </a:schemeClr>
              </a:buClr>
              <a:buFont typeface="Wingdings" panose="05000000000000000000" pitchFamily="2" charset="2"/>
              <a:buChar char="v"/>
            </a:pPr>
            <a:endParaRPr lang="en-US" sz="2400" b="1" dirty="0" smtClean="0">
              <a:solidFill>
                <a:schemeClr val="dk2"/>
              </a:solidFill>
              <a:latin typeface="Arial Rounded MT Bold" panose="020F0704030504030204" pitchFamily="34" charset="0"/>
              <a:ea typeface="Inter" panose="02000503000000020004"/>
            </a:endParaRPr>
          </a:p>
          <a:p>
            <a:pPr marL="342900" indent="-342900">
              <a:buClr>
                <a:schemeClr val="bg2">
                  <a:lumMod val="60000"/>
                  <a:lumOff val="40000"/>
                </a:schemeClr>
              </a:buClr>
              <a:buFont typeface="Wingdings" panose="05000000000000000000" pitchFamily="2" charset="2"/>
              <a:buChar char="v"/>
            </a:pPr>
            <a:r>
              <a:rPr lang="en-US" sz="2400" b="1" dirty="0" smtClean="0">
                <a:solidFill>
                  <a:schemeClr val="dk2"/>
                </a:solidFill>
                <a:latin typeface="Arial Rounded MT Bold" panose="020F0704030504030204" pitchFamily="34" charset="0"/>
                <a:ea typeface="Inter" panose="02000503000000020004"/>
              </a:rPr>
              <a:t>Box </a:t>
            </a:r>
            <a:r>
              <a:rPr lang="en-US" sz="2400" b="1" dirty="0">
                <a:solidFill>
                  <a:schemeClr val="dk2"/>
                </a:solidFill>
                <a:latin typeface="Arial Rounded MT Bold" panose="020F0704030504030204" pitchFamily="34" charset="0"/>
                <a:ea typeface="Inter" panose="02000503000000020004"/>
              </a:rPr>
              <a:t>Plot: </a:t>
            </a:r>
            <a:r>
              <a:rPr lang="en-US" sz="2000" dirty="0">
                <a:solidFill>
                  <a:schemeClr val="tx1"/>
                </a:solidFill>
                <a:latin typeface="Cambria" panose="02040503050406030204" pitchFamily="18" charset="0"/>
                <a:ea typeface="Cambria" panose="02040503050406030204" pitchFamily="18" charset="0"/>
              </a:rPr>
              <a:t>Represents data spread and outliers.</a:t>
            </a:r>
            <a:endParaRPr lang="en-IN" sz="2000" dirty="0">
              <a:solidFill>
                <a:schemeClr val="tx1"/>
              </a:solidFill>
              <a:latin typeface="Cambria" panose="02040503050406030204" pitchFamily="18" charset="0"/>
              <a:ea typeface="Cambria" panose="02040503050406030204" pitchFamily="18" charset="0"/>
            </a:endParaRPr>
          </a:p>
        </p:txBody>
      </p:sp>
      <p:sp>
        <p:nvSpPr>
          <p:cNvPr id="5" name="Google Shape;256;p24"/>
          <p:cNvSpPr/>
          <p:nvPr/>
        </p:nvSpPr>
        <p:spPr>
          <a:xfrm>
            <a:off x="771366" y="1136725"/>
            <a:ext cx="5255361"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34586" y="267032"/>
            <a:ext cx="7215614" cy="576000"/>
          </a:xfrm>
        </p:spPr>
        <p:txBody>
          <a:bodyPr/>
          <a:lstStyle/>
          <a:p>
            <a:pPr algn="ctr"/>
            <a:r>
              <a:rPr lang="en-IN" sz="4000" dirty="0"/>
              <a:t>HISTOGRAM</a:t>
            </a:r>
            <a:endParaRPr lang="en-IN" sz="4000" dirty="0"/>
          </a:p>
        </p:txBody>
      </p:sp>
      <p:sp>
        <p:nvSpPr>
          <p:cNvPr id="2" name="Google Shape;256;p24"/>
          <p:cNvSpPr/>
          <p:nvPr/>
        </p:nvSpPr>
        <p:spPr>
          <a:xfrm flipV="1">
            <a:off x="2921000" y="980166"/>
            <a:ext cx="2828991"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
        <p:nvSpPr>
          <p:cNvPr id="3" name="TextBox 2"/>
          <p:cNvSpPr txBox="1"/>
          <p:nvPr/>
        </p:nvSpPr>
        <p:spPr>
          <a:xfrm>
            <a:off x="385146" y="1202320"/>
            <a:ext cx="5766272" cy="1877437"/>
          </a:xfrm>
          <a:prstGeom prst="rect">
            <a:avLst/>
          </a:prstGeom>
          <a:noFill/>
        </p:spPr>
        <p:txBody>
          <a:bodyPr wrap="square" rtlCol="0">
            <a:spAutoFit/>
          </a:bodyPr>
          <a:lstStyle/>
          <a:p>
            <a:r>
              <a:rPr lang="en-IN" sz="2400" b="1" dirty="0">
                <a:solidFill>
                  <a:schemeClr val="dk2"/>
                </a:solidFill>
                <a:latin typeface="Arial Rounded MT Bold" panose="020F0704030504030204" pitchFamily="34" charset="0"/>
                <a:ea typeface="Inter" panose="02000503000000020004"/>
                <a:cs typeface="Inter" panose="02000503000000020004"/>
                <a:sym typeface="Inter" panose="02000503000000020004"/>
              </a:rPr>
              <a:t>Definition: </a:t>
            </a:r>
            <a:endParaRPr lang="en-IN" sz="2400" b="1" dirty="0">
              <a:solidFill>
                <a:schemeClr val="dk2"/>
              </a:solidFill>
              <a:latin typeface="Arial Rounded MT Bold" panose="020F0704030504030204" pitchFamily="34" charset="0"/>
              <a:ea typeface="Inter" panose="02000503000000020004"/>
              <a:cs typeface="Inter" panose="02000503000000020004"/>
              <a:sym typeface="Inter" panose="02000503000000020004"/>
            </a:endParaRPr>
          </a:p>
          <a:p>
            <a:pPr>
              <a:lnSpc>
                <a:spcPct val="115000"/>
              </a:lnSpc>
              <a:buClr>
                <a:schemeClr val="lt2"/>
              </a:buClr>
              <a:buSzPts val="1600"/>
            </a:pPr>
            <a:r>
              <a:rPr lang="en-US"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rPr>
              <a:t>A histogram is a type of bar chart that visualizes the distribution of a set of continuous data. It is commonly used to show how data is distributed across different intervals or bins.</a:t>
            </a:r>
            <a:endParaRPr lang="en-IN"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endParaRPr>
          </a:p>
        </p:txBody>
      </p:sp>
      <p:sp>
        <p:nvSpPr>
          <p:cNvPr id="4" name="TextBox 3"/>
          <p:cNvSpPr txBox="1"/>
          <p:nvPr/>
        </p:nvSpPr>
        <p:spPr>
          <a:xfrm>
            <a:off x="385146" y="2866623"/>
            <a:ext cx="5288290" cy="1815882"/>
          </a:xfrm>
          <a:prstGeom prst="rect">
            <a:avLst/>
          </a:prstGeom>
          <a:noFill/>
        </p:spPr>
        <p:txBody>
          <a:bodyPr wrap="square" rtlCol="0">
            <a:spAutoFit/>
          </a:bodyPr>
          <a:lstStyle/>
          <a:p>
            <a:endParaRPr lang="en-US" dirty="0" smtClean="0"/>
          </a:p>
          <a:p>
            <a:endParaRPr lang="en-US" dirty="0" smtClean="0"/>
          </a:p>
          <a:p>
            <a:r>
              <a:rPr lang="en-US" sz="2400" b="1" dirty="0">
                <a:solidFill>
                  <a:schemeClr val="dk2"/>
                </a:solidFill>
                <a:latin typeface="Arial Rounded MT Bold" panose="020F0704030504030204" pitchFamily="34" charset="0"/>
                <a:ea typeface="Inter" panose="02000503000000020004"/>
                <a:cs typeface="Inter" panose="02000503000000020004"/>
              </a:rPr>
              <a:t>Purpose: </a:t>
            </a:r>
            <a:endParaRPr lang="en-US" sz="2400" b="1" dirty="0">
              <a:solidFill>
                <a:schemeClr val="dk2"/>
              </a:solidFill>
              <a:latin typeface="Arial Rounded MT Bold" panose="020F0704030504030204" pitchFamily="34" charset="0"/>
              <a:ea typeface="Inter" panose="02000503000000020004"/>
              <a:cs typeface="Inter" panose="02000503000000020004"/>
            </a:endParaRPr>
          </a:p>
          <a:p>
            <a:r>
              <a:rPr lang="en-US" sz="2000" dirty="0">
                <a:solidFill>
                  <a:schemeClr val="tx1"/>
                </a:solidFill>
                <a:latin typeface="Cambria" panose="02040503050406030204" pitchFamily="18" charset="0"/>
                <a:ea typeface="Cambria" panose="02040503050406030204" pitchFamily="18" charset="0"/>
                <a:cs typeface="Inter" panose="02000503000000020004"/>
              </a:rPr>
              <a:t>Helps in understanding data patterns, such as central tendency, spread, and variations in frequency distribution.</a:t>
            </a:r>
            <a:endParaRPr lang="en-IN" sz="2000" dirty="0">
              <a:solidFill>
                <a:schemeClr val="tx1"/>
              </a:solidFill>
              <a:latin typeface="Cambria" panose="02040503050406030204" pitchFamily="18" charset="0"/>
              <a:ea typeface="Cambria" panose="02040503050406030204" pitchFamily="18" charset="0"/>
              <a:cs typeface="Inter" panose="02000503000000020004"/>
            </a:endParaRPr>
          </a:p>
        </p:txBody>
      </p:sp>
      <p:pic>
        <p:nvPicPr>
          <p:cNvPr id="7" name="Picture 6"/>
          <p:cNvPicPr>
            <a:picLocks noChangeAspect="1"/>
          </p:cNvPicPr>
          <p:nvPr/>
        </p:nvPicPr>
        <p:blipFill rotWithShape="1">
          <a:blip r:embed="rId1"/>
          <a:srcRect t="13823"/>
          <a:stretch>
            <a:fillRect/>
          </a:stretch>
        </p:blipFill>
        <p:spPr>
          <a:xfrm>
            <a:off x="5749991" y="1493022"/>
            <a:ext cx="3227220" cy="27260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668136" y="321190"/>
            <a:ext cx="7704000" cy="576000"/>
          </a:xfrm>
        </p:spPr>
        <p:txBody>
          <a:bodyPr/>
          <a:lstStyle/>
          <a:p>
            <a:pPr algn="l"/>
            <a:r>
              <a:rPr lang="en-IN" sz="3200" dirty="0"/>
              <a:t>Components of a </a:t>
            </a:r>
            <a:r>
              <a:rPr lang="en-IN" sz="3200" dirty="0" smtClean="0"/>
              <a:t>Histogram</a:t>
            </a:r>
            <a:endParaRPr lang="en-IN" sz="3200" dirty="0"/>
          </a:p>
        </p:txBody>
      </p:sp>
      <p:sp>
        <p:nvSpPr>
          <p:cNvPr id="2" name="TextBox 1"/>
          <p:cNvSpPr txBox="1"/>
          <p:nvPr/>
        </p:nvSpPr>
        <p:spPr>
          <a:xfrm>
            <a:off x="312533" y="1191052"/>
            <a:ext cx="5901232" cy="3385542"/>
          </a:xfrm>
          <a:prstGeom prst="rect">
            <a:avLst/>
          </a:prstGeom>
          <a:noFill/>
        </p:spPr>
        <p:txBody>
          <a:bodyPr wrap="square" rtlCol="0">
            <a:spAutoFit/>
          </a:bodyPr>
          <a:lstStyle/>
          <a:p>
            <a:pPr marL="342900" indent="-342900">
              <a:buClr>
                <a:schemeClr val="bg2">
                  <a:lumMod val="60000"/>
                  <a:lumOff val="40000"/>
                </a:schemeClr>
              </a:buClr>
              <a:buFont typeface="Wingdings" panose="05000000000000000000" pitchFamily="2" charset="2"/>
              <a:buChar char="v"/>
            </a:pPr>
            <a:r>
              <a:rPr lang="en-US" sz="2400" b="1" dirty="0">
                <a:solidFill>
                  <a:schemeClr val="dk2"/>
                </a:solidFill>
                <a:latin typeface="Arial Rounded MT Bold" panose="020F0704030504030204" pitchFamily="34" charset="0"/>
                <a:ea typeface="Inter" panose="02000503000000020004"/>
                <a:cs typeface="Inter" panose="02000503000000020004"/>
              </a:rPr>
              <a:t>Bi</a:t>
            </a:r>
            <a:r>
              <a:rPr lang="en-US" sz="2000" b="1" dirty="0">
                <a:solidFill>
                  <a:schemeClr val="dk2"/>
                </a:solidFill>
                <a:latin typeface="Arial Rounded MT Bold" panose="020F0704030504030204" pitchFamily="34" charset="0"/>
                <a:ea typeface="Inter" panose="02000503000000020004"/>
                <a:cs typeface="Inter" panose="02000503000000020004"/>
              </a:rPr>
              <a:t>ns (Intervals): </a:t>
            </a:r>
            <a:r>
              <a:rPr lang="en-US" sz="1800" dirty="0">
                <a:solidFill>
                  <a:schemeClr val="tx1"/>
                </a:solidFill>
                <a:latin typeface="Cambria" panose="02040503050406030204" pitchFamily="18" charset="0"/>
                <a:ea typeface="Cambria" panose="02040503050406030204" pitchFamily="18" charset="0"/>
                <a:cs typeface="Inter" panose="02000503000000020004"/>
              </a:rPr>
              <a:t>Represent the range of data values, </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divided </a:t>
            </a:r>
            <a:r>
              <a:rPr lang="en-US" sz="1800" dirty="0">
                <a:solidFill>
                  <a:schemeClr val="tx1"/>
                </a:solidFill>
                <a:latin typeface="Cambria" panose="02040503050406030204" pitchFamily="18" charset="0"/>
                <a:ea typeface="Cambria" panose="02040503050406030204" pitchFamily="18" charset="0"/>
                <a:cs typeface="Inter" panose="02000503000000020004"/>
              </a:rPr>
              <a:t>into intervals of equal size</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r>
              <a:rPr lang="en-US" sz="2000" b="1" dirty="0">
                <a:solidFill>
                  <a:schemeClr val="dk2"/>
                </a:solidFill>
                <a:latin typeface="Arial Rounded MT Bold" panose="020F0704030504030204" pitchFamily="34" charset="0"/>
                <a:ea typeface="Inter" panose="02000503000000020004"/>
                <a:cs typeface="Inter" panose="02000503000000020004"/>
              </a:rPr>
              <a:t>Bars: </a:t>
            </a:r>
            <a:r>
              <a:rPr lang="en-US" sz="1800" dirty="0">
                <a:solidFill>
                  <a:schemeClr val="tx1"/>
                </a:solidFill>
                <a:latin typeface="Cambria" panose="02040503050406030204" pitchFamily="18" charset="0"/>
                <a:ea typeface="Cambria" panose="02040503050406030204" pitchFamily="18" charset="0"/>
                <a:cs typeface="Inter" panose="02000503000000020004"/>
              </a:rPr>
              <a:t>Rectangles whose heights indicate the </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frequency </a:t>
            </a:r>
            <a:r>
              <a:rPr lang="en-US" sz="1800" dirty="0">
                <a:solidFill>
                  <a:schemeClr val="tx1"/>
                </a:solidFill>
                <a:latin typeface="Cambria" panose="02040503050406030204" pitchFamily="18" charset="0"/>
                <a:ea typeface="Cambria" panose="02040503050406030204" pitchFamily="18" charset="0"/>
                <a:cs typeface="Inter" panose="02000503000000020004"/>
              </a:rPr>
              <a:t>or count of data within each bin.</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r>
              <a:rPr lang="en-US" sz="2000" b="1" dirty="0" smtClean="0">
                <a:solidFill>
                  <a:schemeClr val="dk2"/>
                </a:solidFill>
                <a:latin typeface="Arial Rounded MT Bold" panose="020F0704030504030204" pitchFamily="34" charset="0"/>
                <a:ea typeface="Inter" panose="02000503000000020004"/>
                <a:cs typeface="Inter" panose="02000503000000020004"/>
              </a:rPr>
              <a:t>X-Axis </a:t>
            </a:r>
            <a:r>
              <a:rPr lang="en-US" sz="2000" b="1" dirty="0">
                <a:solidFill>
                  <a:schemeClr val="dk2"/>
                </a:solidFill>
                <a:latin typeface="Arial Rounded MT Bold" panose="020F0704030504030204" pitchFamily="34" charset="0"/>
                <a:ea typeface="Inter" panose="02000503000000020004"/>
                <a:cs typeface="Inter" panose="02000503000000020004"/>
              </a:rPr>
              <a:t>(Horizontal Axis): </a:t>
            </a:r>
            <a:r>
              <a:rPr lang="en-US" sz="1800" dirty="0">
                <a:solidFill>
                  <a:schemeClr val="tx1"/>
                </a:solidFill>
                <a:latin typeface="Cambria" panose="02040503050406030204" pitchFamily="18" charset="0"/>
                <a:ea typeface="Cambria" panose="02040503050406030204" pitchFamily="18" charset="0"/>
                <a:cs typeface="Inter" panose="02000503000000020004"/>
              </a:rPr>
              <a:t>Represents </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the data </a:t>
            </a:r>
            <a:r>
              <a:rPr lang="en-US" sz="1800" dirty="0">
                <a:solidFill>
                  <a:schemeClr val="tx1"/>
                </a:solidFill>
                <a:latin typeface="Cambria" panose="02040503050406030204" pitchFamily="18" charset="0"/>
                <a:ea typeface="Cambria" panose="02040503050406030204" pitchFamily="18" charset="0"/>
                <a:cs typeface="Inter" panose="02000503000000020004"/>
              </a:rPr>
              <a:t>range or the bins.</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r>
              <a:rPr lang="en-US" sz="2000" b="1" dirty="0" smtClean="0">
                <a:solidFill>
                  <a:schemeClr val="dk2"/>
                </a:solidFill>
                <a:latin typeface="Arial Rounded MT Bold" panose="020F0704030504030204" pitchFamily="34" charset="0"/>
                <a:ea typeface="Inter" panose="02000503000000020004"/>
                <a:cs typeface="Inter" panose="02000503000000020004"/>
              </a:rPr>
              <a:t>Y-Axis </a:t>
            </a:r>
            <a:r>
              <a:rPr lang="en-US" sz="2000" b="1" dirty="0">
                <a:solidFill>
                  <a:schemeClr val="dk2"/>
                </a:solidFill>
                <a:latin typeface="Arial Rounded MT Bold" panose="020F0704030504030204" pitchFamily="34" charset="0"/>
                <a:ea typeface="Inter" panose="02000503000000020004"/>
                <a:cs typeface="Inter" panose="02000503000000020004"/>
              </a:rPr>
              <a:t>(Vertical Axis): </a:t>
            </a:r>
            <a:r>
              <a:rPr lang="en-US" sz="1800" dirty="0">
                <a:solidFill>
                  <a:schemeClr val="tx1"/>
                </a:solidFill>
                <a:latin typeface="Cambria" panose="02040503050406030204" pitchFamily="18" charset="0"/>
                <a:ea typeface="Cambria" panose="02040503050406030204" pitchFamily="18" charset="0"/>
                <a:cs typeface="Inter" panose="02000503000000020004"/>
              </a:rPr>
              <a:t>Represents </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the frequency </a:t>
            </a:r>
            <a:r>
              <a:rPr lang="en-US" sz="1800" dirty="0">
                <a:solidFill>
                  <a:schemeClr val="tx1"/>
                </a:solidFill>
                <a:latin typeface="Cambria" panose="02040503050406030204" pitchFamily="18" charset="0"/>
                <a:ea typeface="Cambria" panose="02040503050406030204" pitchFamily="18" charset="0"/>
                <a:cs typeface="Inter" panose="02000503000000020004"/>
              </a:rPr>
              <a:t>or count of data values in each bin.</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r>
              <a:rPr lang="en-US" sz="2000" b="1" dirty="0" smtClean="0">
                <a:solidFill>
                  <a:schemeClr val="dk2"/>
                </a:solidFill>
                <a:latin typeface="Arial Rounded MT Bold" panose="020F0704030504030204" pitchFamily="34" charset="0"/>
                <a:ea typeface="Inter" panose="02000503000000020004"/>
                <a:cs typeface="Inter" panose="02000503000000020004"/>
              </a:rPr>
              <a:t>Title</a:t>
            </a:r>
            <a:r>
              <a:rPr lang="en-US" sz="2000" b="1" dirty="0">
                <a:solidFill>
                  <a:schemeClr val="dk2"/>
                </a:solidFill>
                <a:latin typeface="Arial Rounded MT Bold" panose="020F0704030504030204" pitchFamily="34" charset="0"/>
                <a:ea typeface="Inter" panose="02000503000000020004"/>
                <a:cs typeface="Inter" panose="02000503000000020004"/>
              </a:rPr>
              <a:t>: </a:t>
            </a:r>
            <a:r>
              <a:rPr lang="en-US" sz="1800" dirty="0">
                <a:solidFill>
                  <a:schemeClr val="tx1"/>
                </a:solidFill>
                <a:latin typeface="Cambria" panose="02040503050406030204" pitchFamily="18" charset="0"/>
                <a:ea typeface="Cambria" panose="02040503050406030204" pitchFamily="18" charset="0"/>
                <a:cs typeface="Inter" panose="02000503000000020004"/>
              </a:rPr>
              <a:t>Describes what the histogram represents.</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r>
              <a:rPr lang="en-US" sz="2000" b="1" dirty="0">
                <a:solidFill>
                  <a:schemeClr val="dk2"/>
                </a:solidFill>
                <a:latin typeface="Arial Rounded MT Bold" panose="020F0704030504030204" pitchFamily="34" charset="0"/>
                <a:ea typeface="Inter" panose="02000503000000020004"/>
                <a:cs typeface="Inter" panose="02000503000000020004"/>
              </a:rPr>
              <a:t>Labels: </a:t>
            </a:r>
            <a:r>
              <a:rPr lang="en-US" sz="1800" dirty="0">
                <a:solidFill>
                  <a:schemeClr val="tx1"/>
                </a:solidFill>
                <a:latin typeface="Cambria" panose="02040503050406030204" pitchFamily="18" charset="0"/>
                <a:ea typeface="Cambria" panose="02040503050406030204" pitchFamily="18" charset="0"/>
                <a:cs typeface="Inter" panose="02000503000000020004"/>
              </a:rPr>
              <a:t>Provide context for the x-axis and y-axis, such as units or categories.</a:t>
            </a:r>
            <a:endParaRPr lang="en-IN" sz="1800" dirty="0">
              <a:solidFill>
                <a:schemeClr val="tx1"/>
              </a:solidFill>
              <a:latin typeface="Cambria" panose="02040503050406030204" pitchFamily="18" charset="0"/>
              <a:ea typeface="Cambria" panose="02040503050406030204" pitchFamily="18" charset="0"/>
              <a:cs typeface="Inter" panose="02000503000000020004"/>
            </a:endParaRPr>
          </a:p>
        </p:txBody>
      </p:sp>
      <p:grpSp>
        <p:nvGrpSpPr>
          <p:cNvPr id="3" name="Group 2"/>
          <p:cNvGrpSpPr/>
          <p:nvPr/>
        </p:nvGrpSpPr>
        <p:grpSpPr>
          <a:xfrm>
            <a:off x="6158548" y="1433945"/>
            <a:ext cx="2798417" cy="2535382"/>
            <a:chOff x="5730587" y="1662545"/>
            <a:chExt cx="3211730" cy="1984664"/>
          </a:xfrm>
        </p:grpSpPr>
        <p:pic>
          <p:nvPicPr>
            <p:cNvPr id="6146" name="Picture 2" descr="What is a Histogram? | EdrawMax"/>
            <p:cNvPicPr>
              <a:picLocks noChangeAspect="1" noChangeArrowheads="1"/>
            </p:cNvPicPr>
            <p:nvPr/>
          </p:nvPicPr>
          <p:blipFill rotWithShape="1">
            <a:blip r:embed="rId1">
              <a:extLst>
                <a:ext uri="{28A0092B-C50C-407E-A947-70E740481C1C}">
                  <a14:useLocalDpi xmlns:a14="http://schemas.microsoft.com/office/drawing/2010/main" val="0"/>
                </a:ext>
              </a:extLst>
            </a:blip>
            <a:srcRect l="16413" t="82757" r="19360" b="6129"/>
            <a:stretch>
              <a:fillRect/>
            </a:stretch>
          </p:blipFill>
          <p:spPr bwMode="auto">
            <a:xfrm>
              <a:off x="5730587" y="3252354"/>
              <a:ext cx="3211730" cy="39485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14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206" t="4820" r="1539" b="1"/>
            <a:stretch>
              <a:fillRect/>
            </a:stretch>
          </p:blipFill>
          <p:spPr bwMode="auto">
            <a:xfrm>
              <a:off x="5767387" y="1662545"/>
              <a:ext cx="2967037" cy="1513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6" name="Google Shape;256;p24"/>
          <p:cNvSpPr/>
          <p:nvPr/>
        </p:nvSpPr>
        <p:spPr>
          <a:xfrm flipV="1">
            <a:off x="771366" y="997486"/>
            <a:ext cx="5099497"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20000" y="194293"/>
            <a:ext cx="2854473" cy="576000"/>
          </a:xfrm>
        </p:spPr>
        <p:txBody>
          <a:bodyPr/>
          <a:lstStyle/>
          <a:p>
            <a:r>
              <a:rPr lang="en-IN" sz="3200" dirty="0"/>
              <a:t>Key </a:t>
            </a:r>
            <a:r>
              <a:rPr lang="en-IN" sz="3200" dirty="0" smtClean="0"/>
              <a:t>Features</a:t>
            </a:r>
            <a:endParaRPr lang="en-IN" sz="3200" dirty="0"/>
          </a:p>
        </p:txBody>
      </p:sp>
      <p:sp>
        <p:nvSpPr>
          <p:cNvPr id="2" name="TextBox 1"/>
          <p:cNvSpPr txBox="1"/>
          <p:nvPr/>
        </p:nvSpPr>
        <p:spPr>
          <a:xfrm>
            <a:off x="278067" y="1128902"/>
            <a:ext cx="6593273" cy="3600986"/>
          </a:xfrm>
          <a:prstGeom prst="rect">
            <a:avLst/>
          </a:prstGeom>
          <a:noFill/>
        </p:spPr>
        <p:txBody>
          <a:bodyPr wrap="square" rtlCol="0">
            <a:spAutoFit/>
          </a:bodyPr>
          <a:lstStyle/>
          <a:p>
            <a:pPr marL="285750" indent="-285750">
              <a:buClr>
                <a:schemeClr val="bg2">
                  <a:lumMod val="60000"/>
                  <a:lumOff val="40000"/>
                </a:schemeClr>
              </a:buClr>
              <a:buFont typeface="Wingdings" panose="05000000000000000000" pitchFamily="2" charset="2"/>
              <a:buChar char="v"/>
            </a:pPr>
            <a:r>
              <a:rPr lang="en-US" sz="2000" b="1" dirty="0">
                <a:solidFill>
                  <a:schemeClr val="dk2"/>
                </a:solidFill>
                <a:latin typeface="Arial Rounded MT Bold" panose="020F0704030504030204" pitchFamily="34" charset="0"/>
                <a:ea typeface="Inter" panose="02000503000000020004"/>
                <a:cs typeface="Inter" panose="02000503000000020004"/>
              </a:rPr>
              <a:t>Bars Represent Data: </a:t>
            </a:r>
            <a:r>
              <a:rPr lang="en-US" sz="1800" dirty="0">
                <a:solidFill>
                  <a:schemeClr val="tx1"/>
                </a:solidFill>
                <a:latin typeface="Cambria" panose="02040503050406030204" pitchFamily="18" charset="0"/>
                <a:ea typeface="Cambria" panose="02040503050406030204" pitchFamily="18" charset="0"/>
                <a:cs typeface="Inter" panose="02000503000000020004"/>
              </a:rPr>
              <a:t>Each bar represents a specific range of data, called a class interval</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a:t>
            </a:r>
            <a:endParaRPr lang="en-US" sz="1800" dirty="0" smtClean="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pPr marL="285750" indent="-285750">
              <a:buClr>
                <a:schemeClr val="bg2">
                  <a:lumMod val="60000"/>
                  <a:lumOff val="40000"/>
                </a:schemeClr>
              </a:buClr>
              <a:buFont typeface="Wingdings" panose="05000000000000000000" pitchFamily="2" charset="2"/>
              <a:buChar char="v"/>
            </a:pPr>
            <a:r>
              <a:rPr lang="en-US" sz="2000" b="1" dirty="0">
                <a:solidFill>
                  <a:schemeClr val="dk2"/>
                </a:solidFill>
                <a:latin typeface="Arial Rounded MT Bold" panose="020F0704030504030204" pitchFamily="34" charset="0"/>
                <a:ea typeface="Inter" panose="02000503000000020004"/>
                <a:cs typeface="Inter" panose="02000503000000020004"/>
              </a:rPr>
              <a:t>Continuous Data Representation: </a:t>
            </a:r>
            <a:r>
              <a:rPr lang="en-US" sz="1800" dirty="0">
                <a:solidFill>
                  <a:schemeClr val="tx1"/>
                </a:solidFill>
                <a:latin typeface="Cambria" panose="02040503050406030204" pitchFamily="18" charset="0"/>
                <a:ea typeface="Cambria" panose="02040503050406030204" pitchFamily="18" charset="0"/>
                <a:cs typeface="Inter" panose="02000503000000020004"/>
              </a:rPr>
              <a:t>Suitable for continuous data, such as height, weight, or test scores</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pPr marL="285750" indent="-285750">
              <a:buClr>
                <a:schemeClr val="bg2">
                  <a:lumMod val="60000"/>
                  <a:lumOff val="40000"/>
                </a:schemeClr>
              </a:buClr>
              <a:buFont typeface="Wingdings" panose="05000000000000000000" pitchFamily="2" charset="2"/>
              <a:buChar char="v"/>
            </a:pPr>
            <a:endParaRPr lang="en-US" sz="2000" b="1" dirty="0" smtClean="0">
              <a:solidFill>
                <a:schemeClr val="dk2"/>
              </a:solidFill>
              <a:latin typeface="Arial Rounded MT Bold" panose="020F0704030504030204" pitchFamily="34" charset="0"/>
              <a:ea typeface="Inter" panose="02000503000000020004"/>
              <a:cs typeface="Inter" panose="02000503000000020004"/>
            </a:endParaRPr>
          </a:p>
          <a:p>
            <a:pPr marL="285750" indent="-285750">
              <a:buClr>
                <a:schemeClr val="bg2">
                  <a:lumMod val="60000"/>
                  <a:lumOff val="40000"/>
                </a:schemeClr>
              </a:buClr>
              <a:buFont typeface="Wingdings" panose="05000000000000000000" pitchFamily="2" charset="2"/>
              <a:buChar char="v"/>
            </a:pPr>
            <a:r>
              <a:rPr lang="en-US" sz="2000" b="1" dirty="0" smtClean="0">
                <a:solidFill>
                  <a:schemeClr val="dk2"/>
                </a:solidFill>
                <a:latin typeface="Arial Rounded MT Bold" panose="020F0704030504030204" pitchFamily="34" charset="0"/>
                <a:ea typeface="Inter" panose="02000503000000020004"/>
                <a:cs typeface="Inter" panose="02000503000000020004"/>
              </a:rPr>
              <a:t>No </a:t>
            </a:r>
            <a:r>
              <a:rPr lang="en-US" sz="2000" b="1" dirty="0">
                <a:solidFill>
                  <a:schemeClr val="dk2"/>
                </a:solidFill>
                <a:latin typeface="Arial Rounded MT Bold" panose="020F0704030504030204" pitchFamily="34" charset="0"/>
                <a:ea typeface="Inter" panose="02000503000000020004"/>
                <a:cs typeface="Inter" panose="02000503000000020004"/>
              </a:rPr>
              <a:t>Gaps Between Bars: </a:t>
            </a:r>
            <a:r>
              <a:rPr lang="en-US" sz="1800" dirty="0">
                <a:solidFill>
                  <a:schemeClr val="tx1"/>
                </a:solidFill>
                <a:latin typeface="Cambria" panose="02040503050406030204" pitchFamily="18" charset="0"/>
                <a:ea typeface="Cambria" panose="02040503050406030204" pitchFamily="18" charset="0"/>
                <a:cs typeface="Inter" panose="02000503000000020004"/>
              </a:rPr>
              <a:t>In contrast to bar charts, histograms do not have gaps between bars since the data is continuous.</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pPr marL="285750" indent="-285750">
              <a:buClr>
                <a:schemeClr val="bg2">
                  <a:lumMod val="60000"/>
                  <a:lumOff val="40000"/>
                </a:schemeClr>
              </a:buClr>
              <a:buFont typeface="Wingdings" panose="05000000000000000000" pitchFamily="2" charset="2"/>
              <a:buChar char="v"/>
            </a:pPr>
            <a:endParaRPr lang="en-US" sz="2000" b="1" dirty="0" smtClean="0">
              <a:solidFill>
                <a:schemeClr val="dk2"/>
              </a:solidFill>
              <a:latin typeface="Arial Rounded MT Bold" panose="020F0704030504030204" pitchFamily="34" charset="0"/>
              <a:ea typeface="Inter" panose="02000503000000020004"/>
              <a:cs typeface="Inter" panose="02000503000000020004"/>
            </a:endParaRPr>
          </a:p>
          <a:p>
            <a:pPr marL="285750" indent="-285750">
              <a:buClr>
                <a:schemeClr val="bg2">
                  <a:lumMod val="60000"/>
                  <a:lumOff val="40000"/>
                </a:schemeClr>
              </a:buClr>
              <a:buFont typeface="Wingdings" panose="05000000000000000000" pitchFamily="2" charset="2"/>
              <a:buChar char="v"/>
            </a:pPr>
            <a:r>
              <a:rPr lang="en-US" sz="2000" b="1" dirty="0" smtClean="0">
                <a:solidFill>
                  <a:schemeClr val="dk2"/>
                </a:solidFill>
                <a:latin typeface="Arial Rounded MT Bold" panose="020F0704030504030204" pitchFamily="34" charset="0"/>
                <a:ea typeface="Inter" panose="02000503000000020004"/>
                <a:cs typeface="Inter" panose="02000503000000020004"/>
              </a:rPr>
              <a:t>Shape </a:t>
            </a:r>
            <a:r>
              <a:rPr lang="en-US" sz="2000" b="1" dirty="0">
                <a:solidFill>
                  <a:schemeClr val="dk2"/>
                </a:solidFill>
                <a:latin typeface="Arial Rounded MT Bold" panose="020F0704030504030204" pitchFamily="34" charset="0"/>
                <a:ea typeface="Inter" panose="02000503000000020004"/>
                <a:cs typeface="Inter" panose="02000503000000020004"/>
              </a:rPr>
              <a:t>of Distribution: </a:t>
            </a:r>
            <a:r>
              <a:rPr lang="en-US" sz="1800" dirty="0">
                <a:solidFill>
                  <a:schemeClr val="tx1"/>
                </a:solidFill>
                <a:latin typeface="Cambria" panose="02040503050406030204" pitchFamily="18" charset="0"/>
                <a:ea typeface="Cambria" panose="02040503050406030204" pitchFamily="18" charset="0"/>
                <a:cs typeface="Inter" panose="02000503000000020004"/>
              </a:rPr>
              <a:t>The shape of the histogram indicates the distribution's pattern (normal, skewed, etc.).</a:t>
            </a:r>
            <a:endParaRPr lang="en-IN" sz="1800" dirty="0">
              <a:solidFill>
                <a:schemeClr val="tx1"/>
              </a:solidFill>
              <a:latin typeface="Cambria" panose="02040503050406030204" pitchFamily="18" charset="0"/>
              <a:ea typeface="Cambria" panose="02040503050406030204" pitchFamily="18" charset="0"/>
              <a:cs typeface="Inter" panose="02000503000000020004"/>
            </a:endParaRPr>
          </a:p>
        </p:txBody>
      </p:sp>
      <p:pic>
        <p:nvPicPr>
          <p:cNvPr id="3" name="Picture 2"/>
          <p:cNvPicPr>
            <a:picLocks noChangeAspect="1"/>
          </p:cNvPicPr>
          <p:nvPr/>
        </p:nvPicPr>
        <p:blipFill rotWithShape="1">
          <a:blip r:embed="rId1">
            <a:extLst>
              <a:ext uri="{28A0092B-C50C-407E-A947-70E740481C1C}">
                <a14:useLocalDpi xmlns:a14="http://schemas.microsoft.com/office/drawing/2010/main" val="0"/>
              </a:ext>
            </a:extLst>
          </a:blip>
          <a:srcRect t="10009" b="4368"/>
          <a:stretch>
            <a:fillRect/>
          </a:stretch>
        </p:blipFill>
        <p:spPr>
          <a:xfrm>
            <a:off x="6369628" y="1662545"/>
            <a:ext cx="2618508" cy="2397942"/>
          </a:xfrm>
          <a:prstGeom prst="rect">
            <a:avLst/>
          </a:prstGeom>
        </p:spPr>
      </p:pic>
      <p:sp>
        <p:nvSpPr>
          <p:cNvPr id="6" name="Google Shape;256;p24"/>
          <p:cNvSpPr/>
          <p:nvPr/>
        </p:nvSpPr>
        <p:spPr>
          <a:xfrm flipV="1">
            <a:off x="823321" y="852013"/>
            <a:ext cx="2324539"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599" y="267032"/>
            <a:ext cx="7480301" cy="576000"/>
          </a:xfrm>
        </p:spPr>
        <p:txBody>
          <a:bodyPr/>
          <a:lstStyle/>
          <a:p>
            <a:pPr algn="ctr"/>
            <a:r>
              <a:rPr lang="en-IN" b="1" dirty="0"/>
              <a:t>Types of Histogram</a:t>
            </a:r>
            <a:br>
              <a:rPr lang="en-IN" b="1" dirty="0"/>
            </a:br>
            <a:endParaRPr lang="en-IN" b="1" dirty="0"/>
          </a:p>
        </p:txBody>
      </p:sp>
      <p:sp>
        <p:nvSpPr>
          <p:cNvPr id="3" name="TextBox 2"/>
          <p:cNvSpPr txBox="1"/>
          <p:nvPr/>
        </p:nvSpPr>
        <p:spPr>
          <a:xfrm>
            <a:off x="301336" y="1186538"/>
            <a:ext cx="2774374" cy="1138773"/>
          </a:xfrm>
          <a:prstGeom prst="rect">
            <a:avLst/>
          </a:prstGeom>
          <a:noFill/>
        </p:spPr>
        <p:txBody>
          <a:bodyPr wrap="square" rtlCol="0">
            <a:spAutoFit/>
          </a:bodyPr>
          <a:lstStyle/>
          <a:p>
            <a:pPr>
              <a:buClr>
                <a:schemeClr val="bg2">
                  <a:lumMod val="75000"/>
                </a:schemeClr>
              </a:buClr>
            </a:pPr>
            <a:r>
              <a:rPr lang="en-US" sz="1800" b="1" dirty="0" smtClean="0">
                <a:solidFill>
                  <a:schemeClr val="dk2"/>
                </a:solidFill>
                <a:latin typeface="Arial Rounded MT Bold" panose="020F0704030504030204" pitchFamily="34" charset="0"/>
                <a:ea typeface="Inter" panose="02000503000000020004"/>
                <a:cs typeface="Inter" panose="02000503000000020004"/>
              </a:rPr>
              <a:t>1. Normal </a:t>
            </a:r>
            <a:r>
              <a:rPr lang="en-US" sz="1800" b="1" dirty="0">
                <a:solidFill>
                  <a:schemeClr val="dk2"/>
                </a:solidFill>
                <a:latin typeface="Arial Rounded MT Bold" panose="020F0704030504030204" pitchFamily="34" charset="0"/>
                <a:ea typeface="Inter" panose="02000503000000020004"/>
                <a:cs typeface="Inter" panose="02000503000000020004"/>
              </a:rPr>
              <a:t>Distribution Symmetric: </a:t>
            </a:r>
            <a:r>
              <a:rPr lang="en-US" sz="1600" dirty="0" smtClean="0">
                <a:solidFill>
                  <a:schemeClr val="tx1"/>
                </a:solidFill>
                <a:latin typeface="Cambria" panose="02040503050406030204" pitchFamily="18" charset="0"/>
                <a:ea typeface="Cambria" panose="02040503050406030204" pitchFamily="18" charset="0"/>
                <a:cs typeface="Inter" panose="02000503000000020004"/>
              </a:rPr>
              <a:t>Bell-shaped </a:t>
            </a:r>
            <a:r>
              <a:rPr lang="en-US" sz="1600" dirty="0">
                <a:solidFill>
                  <a:schemeClr val="tx1"/>
                </a:solidFill>
                <a:latin typeface="Cambria" panose="02040503050406030204" pitchFamily="18" charset="0"/>
                <a:ea typeface="Cambria" panose="02040503050406030204" pitchFamily="18" charset="0"/>
                <a:cs typeface="Inter" panose="02000503000000020004"/>
              </a:rPr>
              <a:t>curve; most data around the mean. </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p:txBody>
      </p:sp>
      <p:pic>
        <p:nvPicPr>
          <p:cNvPr id="6" name="Picture 5"/>
          <p:cNvPicPr>
            <a:picLocks noChangeAspect="1"/>
          </p:cNvPicPr>
          <p:nvPr/>
        </p:nvPicPr>
        <p:blipFill rotWithShape="1">
          <a:blip r:embed="rId1"/>
          <a:srcRect t="10237"/>
          <a:stretch>
            <a:fillRect/>
          </a:stretch>
        </p:blipFill>
        <p:spPr>
          <a:xfrm>
            <a:off x="536862" y="2540757"/>
            <a:ext cx="2379993" cy="2106092"/>
          </a:xfrm>
          <a:prstGeom prst="rect">
            <a:avLst/>
          </a:prstGeom>
        </p:spPr>
      </p:pic>
      <p:pic>
        <p:nvPicPr>
          <p:cNvPr id="8" name="Picture 7"/>
          <p:cNvPicPr>
            <a:picLocks noChangeAspect="1"/>
          </p:cNvPicPr>
          <p:nvPr/>
        </p:nvPicPr>
        <p:blipFill>
          <a:blip r:embed="rId2"/>
          <a:stretch>
            <a:fillRect/>
          </a:stretch>
        </p:blipFill>
        <p:spPr>
          <a:xfrm>
            <a:off x="3623979" y="2540757"/>
            <a:ext cx="2215712" cy="2113419"/>
          </a:xfrm>
          <a:prstGeom prst="rect">
            <a:avLst/>
          </a:prstGeom>
        </p:spPr>
      </p:pic>
      <p:pic>
        <p:nvPicPr>
          <p:cNvPr id="10" name="Picture 9"/>
          <p:cNvPicPr>
            <a:picLocks noChangeAspect="1"/>
          </p:cNvPicPr>
          <p:nvPr/>
        </p:nvPicPr>
        <p:blipFill>
          <a:blip r:embed="rId3"/>
          <a:stretch>
            <a:fillRect/>
          </a:stretch>
        </p:blipFill>
        <p:spPr>
          <a:xfrm>
            <a:off x="6665572" y="2625463"/>
            <a:ext cx="2093964" cy="2028713"/>
          </a:xfrm>
          <a:prstGeom prst="rect">
            <a:avLst/>
          </a:prstGeom>
        </p:spPr>
      </p:pic>
      <p:sp>
        <p:nvSpPr>
          <p:cNvPr id="11" name="TextBox 10"/>
          <p:cNvSpPr txBox="1"/>
          <p:nvPr/>
        </p:nvSpPr>
        <p:spPr>
          <a:xfrm>
            <a:off x="6442362" y="1186539"/>
            <a:ext cx="2618511" cy="1600438"/>
          </a:xfrm>
          <a:prstGeom prst="rect">
            <a:avLst/>
          </a:prstGeom>
          <a:noFill/>
        </p:spPr>
        <p:txBody>
          <a:bodyPr wrap="square" rtlCol="0">
            <a:spAutoFit/>
          </a:bodyPr>
          <a:lstStyle/>
          <a:p>
            <a:r>
              <a:rPr lang="en-US" sz="1800" b="1" dirty="0">
                <a:solidFill>
                  <a:schemeClr val="dk2"/>
                </a:solidFill>
                <a:latin typeface="Arial Rounded MT Bold" panose="020F0704030504030204" pitchFamily="34" charset="0"/>
                <a:ea typeface="Inter" panose="02000503000000020004"/>
                <a:cs typeface="Inter" panose="02000503000000020004"/>
              </a:rPr>
              <a:t>3.Right-Skewed Distribution: </a:t>
            </a:r>
            <a:r>
              <a:rPr lang="en-US" sz="1600" dirty="0">
                <a:solidFill>
                  <a:schemeClr val="tx1"/>
                </a:solidFill>
                <a:latin typeface="Cambria" panose="02040503050406030204" pitchFamily="18" charset="0"/>
                <a:ea typeface="Cambria" panose="02040503050406030204" pitchFamily="18" charset="0"/>
                <a:cs typeface="Inter" panose="02000503000000020004"/>
              </a:rPr>
              <a:t>Tail extends to the right; most data </a:t>
            </a:r>
            <a:r>
              <a:rPr lang="en-US" sz="1600" dirty="0" smtClean="0">
                <a:solidFill>
                  <a:schemeClr val="tx1"/>
                </a:solidFill>
                <a:latin typeface="Cambria" panose="02040503050406030204" pitchFamily="18" charset="0"/>
                <a:ea typeface="Cambria" panose="02040503050406030204" pitchFamily="18" charset="0"/>
                <a:cs typeface="Inter" panose="02000503000000020004"/>
              </a:rPr>
              <a:t>concentrated </a:t>
            </a:r>
            <a:r>
              <a:rPr lang="en-US" sz="1600" dirty="0">
                <a:solidFill>
                  <a:schemeClr val="tx1"/>
                </a:solidFill>
                <a:latin typeface="Cambria" panose="02040503050406030204" pitchFamily="18" charset="0"/>
                <a:ea typeface="Cambria" panose="02040503050406030204" pitchFamily="18" charset="0"/>
                <a:cs typeface="Inter" panose="02000503000000020004"/>
              </a:rPr>
              <a:t>on the left.</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IN" dirty="0"/>
          </a:p>
        </p:txBody>
      </p:sp>
      <p:sp>
        <p:nvSpPr>
          <p:cNvPr id="12" name="TextBox 11"/>
          <p:cNvSpPr txBox="1"/>
          <p:nvPr/>
        </p:nvSpPr>
        <p:spPr>
          <a:xfrm>
            <a:off x="3475358" y="1186539"/>
            <a:ext cx="2696842" cy="1354217"/>
          </a:xfrm>
          <a:prstGeom prst="rect">
            <a:avLst/>
          </a:prstGeom>
          <a:noFill/>
        </p:spPr>
        <p:txBody>
          <a:bodyPr wrap="square" rtlCol="0">
            <a:spAutoFit/>
          </a:bodyPr>
          <a:lstStyle/>
          <a:p>
            <a:r>
              <a:rPr lang="en-US" sz="1800" b="1" dirty="0">
                <a:solidFill>
                  <a:schemeClr val="dk2"/>
                </a:solidFill>
                <a:latin typeface="Arial Rounded MT Bold" panose="020F0704030504030204" pitchFamily="34" charset="0"/>
                <a:ea typeface="Inter" panose="02000503000000020004"/>
                <a:cs typeface="Inter" panose="02000503000000020004"/>
              </a:rPr>
              <a:t>2. Left-Skewed Distribution: </a:t>
            </a:r>
            <a:r>
              <a:rPr lang="en-US" sz="1600" dirty="0">
                <a:solidFill>
                  <a:schemeClr val="tx1"/>
                </a:solidFill>
                <a:latin typeface="Cambria" panose="02040503050406030204" pitchFamily="18" charset="0"/>
                <a:ea typeface="Cambria" panose="02040503050406030204" pitchFamily="18" charset="0"/>
                <a:cs typeface="Inter" panose="02000503000000020004"/>
              </a:rPr>
              <a:t>Tail extends to the left; most data concentrated on the right. </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US" dirty="0"/>
          </a:p>
        </p:txBody>
      </p:sp>
      <p:sp>
        <p:nvSpPr>
          <p:cNvPr id="9" name="Google Shape;256;p24"/>
          <p:cNvSpPr/>
          <p:nvPr/>
        </p:nvSpPr>
        <p:spPr>
          <a:xfrm>
            <a:off x="2713182" y="899812"/>
            <a:ext cx="3345872"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599" y="329377"/>
            <a:ext cx="7531101" cy="576000"/>
          </a:xfrm>
        </p:spPr>
        <p:txBody>
          <a:bodyPr/>
          <a:lstStyle/>
          <a:p>
            <a:pPr algn="ctr"/>
            <a:r>
              <a:rPr lang="en-IN" sz="3600" dirty="0"/>
              <a:t>Types of Histogram</a:t>
            </a:r>
            <a:br>
              <a:rPr lang="en-IN" sz="3600" dirty="0"/>
            </a:br>
            <a:endParaRPr lang="en-IN" sz="3600" dirty="0"/>
          </a:p>
        </p:txBody>
      </p:sp>
      <p:sp>
        <p:nvSpPr>
          <p:cNvPr id="3" name="TextBox 2"/>
          <p:cNvSpPr txBox="1"/>
          <p:nvPr/>
        </p:nvSpPr>
        <p:spPr>
          <a:xfrm>
            <a:off x="304409" y="1327547"/>
            <a:ext cx="2823254" cy="1107996"/>
          </a:xfrm>
          <a:prstGeom prst="rect">
            <a:avLst/>
          </a:prstGeom>
          <a:noFill/>
        </p:spPr>
        <p:txBody>
          <a:bodyPr wrap="square" rtlCol="0">
            <a:spAutoFit/>
          </a:bodyPr>
          <a:lstStyle/>
          <a:p>
            <a:r>
              <a:rPr lang="en-US" sz="1800" b="1" dirty="0">
                <a:solidFill>
                  <a:schemeClr val="dk2"/>
                </a:solidFill>
                <a:latin typeface="Arial Rounded MT Bold" panose="020F0704030504030204" pitchFamily="34" charset="0"/>
                <a:ea typeface="Inter" panose="02000503000000020004"/>
                <a:cs typeface="Inter" panose="02000503000000020004"/>
              </a:rPr>
              <a:t>4. Uniform </a:t>
            </a:r>
            <a:r>
              <a:rPr lang="en-US" sz="1800" b="1" dirty="0" smtClean="0">
                <a:solidFill>
                  <a:schemeClr val="dk2"/>
                </a:solidFill>
                <a:latin typeface="Arial Rounded MT Bold" panose="020F0704030504030204" pitchFamily="34" charset="0"/>
                <a:ea typeface="Inter" panose="02000503000000020004"/>
                <a:cs typeface="Inter" panose="02000503000000020004"/>
              </a:rPr>
              <a:t>Distribution: </a:t>
            </a:r>
            <a:r>
              <a:rPr lang="en-US" sz="1600" dirty="0">
                <a:solidFill>
                  <a:schemeClr val="tx1"/>
                </a:solidFill>
                <a:latin typeface="Cambria" panose="02040503050406030204" pitchFamily="18" charset="0"/>
                <a:ea typeface="Cambria" panose="02040503050406030204" pitchFamily="18" charset="0"/>
                <a:cs typeface="Inter" panose="02000503000000020004"/>
              </a:rPr>
              <a:t>Bars are approximately the same height; data is evenly distributed.</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p:txBody>
      </p:sp>
      <p:sp>
        <p:nvSpPr>
          <p:cNvPr id="11" name="TextBox 10"/>
          <p:cNvSpPr txBox="1"/>
          <p:nvPr/>
        </p:nvSpPr>
        <p:spPr>
          <a:xfrm>
            <a:off x="6546271" y="1312158"/>
            <a:ext cx="2597727" cy="1138773"/>
          </a:xfrm>
          <a:prstGeom prst="rect">
            <a:avLst/>
          </a:prstGeom>
          <a:noFill/>
        </p:spPr>
        <p:txBody>
          <a:bodyPr wrap="square" rtlCol="0">
            <a:spAutoFit/>
          </a:bodyPr>
          <a:lstStyle/>
          <a:p>
            <a:r>
              <a:rPr lang="en-US" sz="1800" b="1" dirty="0">
                <a:solidFill>
                  <a:schemeClr val="dk2"/>
                </a:solidFill>
                <a:latin typeface="Arial Rounded MT Bold" panose="020F0704030504030204" pitchFamily="34" charset="0"/>
                <a:ea typeface="Inter" panose="02000503000000020004"/>
                <a:cs typeface="Inter" panose="02000503000000020004"/>
              </a:rPr>
              <a:t>6. Multimodal Distribution: </a:t>
            </a:r>
            <a:r>
              <a:rPr lang="en-US" sz="1600" dirty="0">
                <a:solidFill>
                  <a:schemeClr val="tx1"/>
                </a:solidFill>
                <a:latin typeface="Cambria" panose="02040503050406030204" pitchFamily="18" charset="0"/>
                <a:ea typeface="Cambria" panose="02040503050406030204" pitchFamily="18" charset="0"/>
                <a:cs typeface="Inter" panose="02000503000000020004"/>
              </a:rPr>
              <a:t>More than two peaks; shows several clusters in data.</a:t>
            </a:r>
            <a:endParaRPr lang="en-IN" sz="1600" dirty="0">
              <a:solidFill>
                <a:schemeClr val="tx1"/>
              </a:solidFill>
              <a:latin typeface="Cambria" panose="02040503050406030204" pitchFamily="18" charset="0"/>
              <a:ea typeface="Cambria" panose="02040503050406030204" pitchFamily="18" charset="0"/>
              <a:cs typeface="Inter" panose="02000503000000020004"/>
            </a:endParaRPr>
          </a:p>
        </p:txBody>
      </p:sp>
      <p:sp>
        <p:nvSpPr>
          <p:cNvPr id="12" name="TextBox 11"/>
          <p:cNvSpPr txBox="1"/>
          <p:nvPr/>
        </p:nvSpPr>
        <p:spPr>
          <a:xfrm>
            <a:off x="3377045" y="1327547"/>
            <a:ext cx="3005137" cy="861774"/>
          </a:xfrm>
          <a:prstGeom prst="rect">
            <a:avLst/>
          </a:prstGeom>
          <a:noFill/>
        </p:spPr>
        <p:txBody>
          <a:bodyPr wrap="square" rtlCol="0">
            <a:spAutoFit/>
          </a:bodyPr>
          <a:lstStyle/>
          <a:p>
            <a:r>
              <a:rPr lang="en-US" sz="1800" b="1" dirty="0">
                <a:solidFill>
                  <a:schemeClr val="dk2"/>
                </a:solidFill>
                <a:latin typeface="Arial Rounded MT Bold" panose="020F0704030504030204" pitchFamily="34" charset="0"/>
                <a:ea typeface="Inter" panose="02000503000000020004"/>
                <a:cs typeface="Inter" panose="02000503000000020004"/>
              </a:rPr>
              <a:t>5. Bimodal </a:t>
            </a:r>
            <a:r>
              <a:rPr lang="en-US" sz="1800" b="1" dirty="0" smtClean="0">
                <a:solidFill>
                  <a:schemeClr val="dk2"/>
                </a:solidFill>
                <a:latin typeface="Arial Rounded MT Bold" panose="020F0704030504030204" pitchFamily="34" charset="0"/>
                <a:ea typeface="Inter" panose="02000503000000020004"/>
                <a:cs typeface="Inter" panose="02000503000000020004"/>
              </a:rPr>
              <a:t>Distribution:</a:t>
            </a:r>
            <a:endParaRPr lang="en-US" sz="1800" b="1" dirty="0">
              <a:solidFill>
                <a:schemeClr val="dk2"/>
              </a:solidFill>
              <a:latin typeface="Arial Rounded MT Bold" panose="020F0704030504030204" pitchFamily="34" charset="0"/>
              <a:ea typeface="Inter" panose="02000503000000020004"/>
              <a:cs typeface="Inter" panose="02000503000000020004"/>
            </a:endParaRPr>
          </a:p>
          <a:p>
            <a:r>
              <a:rPr lang="en-US" sz="1600" dirty="0">
                <a:solidFill>
                  <a:schemeClr val="tx1"/>
                </a:solidFill>
                <a:latin typeface="Cambria" panose="02040503050406030204" pitchFamily="18" charset="0"/>
                <a:ea typeface="Cambria" panose="02040503050406030204" pitchFamily="18" charset="0"/>
                <a:cs typeface="Inter" panose="02000503000000020004"/>
              </a:rPr>
              <a:t>Two distinct peaks; indicates two dominant groups in data.</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p:txBody>
      </p:sp>
      <p:pic>
        <p:nvPicPr>
          <p:cNvPr id="5" name="Picture 4"/>
          <p:cNvPicPr>
            <a:picLocks noChangeAspect="1"/>
          </p:cNvPicPr>
          <p:nvPr/>
        </p:nvPicPr>
        <p:blipFill>
          <a:blip r:embed="rId1"/>
          <a:stretch>
            <a:fillRect/>
          </a:stretch>
        </p:blipFill>
        <p:spPr>
          <a:xfrm>
            <a:off x="536862" y="2628900"/>
            <a:ext cx="2183831" cy="2069561"/>
          </a:xfrm>
          <a:prstGeom prst="rect">
            <a:avLst/>
          </a:prstGeom>
        </p:spPr>
      </p:pic>
      <p:pic>
        <p:nvPicPr>
          <p:cNvPr id="9" name="Picture 8"/>
          <p:cNvPicPr>
            <a:picLocks noChangeAspect="1"/>
          </p:cNvPicPr>
          <p:nvPr/>
        </p:nvPicPr>
        <p:blipFill>
          <a:blip r:embed="rId2"/>
          <a:stretch>
            <a:fillRect/>
          </a:stretch>
        </p:blipFill>
        <p:spPr>
          <a:xfrm>
            <a:off x="3686608" y="2628900"/>
            <a:ext cx="2142691" cy="2038914"/>
          </a:xfrm>
          <a:prstGeom prst="rect">
            <a:avLst/>
          </a:prstGeom>
        </p:spPr>
      </p:pic>
      <p:pic>
        <p:nvPicPr>
          <p:cNvPr id="14" name="Picture 13"/>
          <p:cNvPicPr>
            <a:picLocks noChangeAspect="1"/>
          </p:cNvPicPr>
          <p:nvPr/>
        </p:nvPicPr>
        <p:blipFill>
          <a:blip r:embed="rId3"/>
          <a:stretch>
            <a:fillRect/>
          </a:stretch>
        </p:blipFill>
        <p:spPr>
          <a:xfrm>
            <a:off x="6682934" y="2628900"/>
            <a:ext cx="2287036" cy="2113167"/>
          </a:xfrm>
          <a:prstGeom prst="rect">
            <a:avLst/>
          </a:prstGeom>
        </p:spPr>
      </p:pic>
      <p:sp>
        <p:nvSpPr>
          <p:cNvPr id="13" name="Google Shape;256;p24"/>
          <p:cNvSpPr/>
          <p:nvPr/>
        </p:nvSpPr>
        <p:spPr>
          <a:xfrm>
            <a:off x="2357582" y="1057985"/>
            <a:ext cx="4024600"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836058" y="346590"/>
            <a:ext cx="7164942" cy="576000"/>
          </a:xfrm>
        </p:spPr>
        <p:txBody>
          <a:bodyPr/>
          <a:lstStyle/>
          <a:p>
            <a:pPr algn="l"/>
            <a:r>
              <a:rPr lang="en-IN" sz="2800" b="1" dirty="0" smtClean="0"/>
              <a:t>Advantages and Limitation of Histogram</a:t>
            </a:r>
            <a:br>
              <a:rPr lang="en-IN" sz="2800" b="1" dirty="0" smtClean="0"/>
            </a:br>
            <a:br>
              <a:rPr lang="en-US" sz="2800" b="1" dirty="0"/>
            </a:br>
            <a:endParaRPr lang="en-IN" sz="2800" b="1" dirty="0"/>
          </a:p>
        </p:txBody>
      </p:sp>
      <p:sp>
        <p:nvSpPr>
          <p:cNvPr id="2" name="TextBox 1"/>
          <p:cNvSpPr txBox="1"/>
          <p:nvPr/>
        </p:nvSpPr>
        <p:spPr>
          <a:xfrm>
            <a:off x="613361" y="1283946"/>
            <a:ext cx="7820037" cy="3847207"/>
          </a:xfrm>
          <a:prstGeom prst="rect">
            <a:avLst/>
          </a:prstGeom>
          <a:noFill/>
        </p:spPr>
        <p:txBody>
          <a:bodyPr wrap="square" rtlCol="0">
            <a:spAutoFit/>
          </a:bodyPr>
          <a:lstStyle/>
          <a:p>
            <a:r>
              <a:rPr lang="en-IN" sz="2000" b="1" dirty="0">
                <a:solidFill>
                  <a:schemeClr val="dk2"/>
                </a:solidFill>
                <a:latin typeface="Arial Rounded MT Bold" panose="020F0704030504030204" pitchFamily="34" charset="0"/>
                <a:ea typeface="Inter" panose="02000503000000020004"/>
                <a:cs typeface="Inter" panose="02000503000000020004"/>
              </a:rPr>
              <a:t>Advantages:</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pPr marL="285750" indent="-285750">
              <a:buClr>
                <a:schemeClr val="bg2">
                  <a:lumMod val="60000"/>
                  <a:lumOff val="40000"/>
                </a:schemeClr>
              </a:buClr>
              <a:buFont typeface="Wingdings" panose="05000000000000000000" pitchFamily="2" charset="2"/>
              <a:buChar char="v"/>
            </a:pPr>
            <a:r>
              <a:rPr lang="en-IN" sz="1600" dirty="0">
                <a:solidFill>
                  <a:schemeClr val="tx1"/>
                </a:solidFill>
                <a:latin typeface="Cambria" panose="02040503050406030204" pitchFamily="18" charset="0"/>
                <a:ea typeface="Cambria" panose="02040503050406030204" pitchFamily="18" charset="0"/>
                <a:cs typeface="Inter" panose="02000503000000020004"/>
              </a:rPr>
              <a:t>Simple to create and interpret</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a:t>
            </a:r>
            <a:endParaRPr lang="en-IN" sz="1600" dirty="0" smtClean="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pPr marL="285750" indent="-285750">
              <a:buClr>
                <a:schemeClr val="bg2">
                  <a:lumMod val="60000"/>
                  <a:lumOff val="40000"/>
                </a:schemeClr>
              </a:buClr>
              <a:buFont typeface="Wingdings" panose="05000000000000000000" pitchFamily="2" charset="2"/>
              <a:buChar char="v"/>
            </a:pPr>
            <a:r>
              <a:rPr lang="en-IN" sz="1600" dirty="0">
                <a:solidFill>
                  <a:schemeClr val="tx1"/>
                </a:solidFill>
                <a:latin typeface="Cambria" panose="02040503050406030204" pitchFamily="18" charset="0"/>
                <a:ea typeface="Cambria" panose="02040503050406030204" pitchFamily="18" charset="0"/>
                <a:cs typeface="Inter" panose="02000503000000020004"/>
              </a:rPr>
              <a:t>Provides a clear visual representation of data distribution</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a:t>
            </a:r>
            <a:endParaRPr lang="en-IN" sz="1600" dirty="0" smtClean="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endParaRPr lang="en-IN" sz="1600" dirty="0">
              <a:solidFill>
                <a:schemeClr val="tx1"/>
              </a:solidFill>
              <a:latin typeface="Cambria" panose="02040503050406030204" pitchFamily="18" charset="0"/>
              <a:ea typeface="Cambria" panose="02040503050406030204" pitchFamily="18" charset="0"/>
              <a:cs typeface="Inter" panose="02000503000000020004"/>
            </a:endParaRPr>
          </a:p>
          <a:p>
            <a:pPr marL="285750" indent="-285750">
              <a:buClr>
                <a:schemeClr val="bg2">
                  <a:lumMod val="60000"/>
                  <a:lumOff val="40000"/>
                </a:schemeClr>
              </a:buClr>
              <a:buFont typeface="Wingdings" panose="05000000000000000000" pitchFamily="2" charset="2"/>
              <a:buChar char="v"/>
            </a:pPr>
            <a:r>
              <a:rPr lang="en-US" sz="1600" dirty="0">
                <a:solidFill>
                  <a:schemeClr val="tx1"/>
                </a:solidFill>
                <a:latin typeface="Cambria" panose="02040503050406030204" pitchFamily="18" charset="0"/>
                <a:ea typeface="Cambria" panose="02040503050406030204" pitchFamily="18" charset="0"/>
                <a:cs typeface="Inter" panose="02000503000000020004"/>
              </a:rPr>
              <a:t>Summarization of Large </a:t>
            </a:r>
            <a:r>
              <a:rPr lang="en-US" sz="1600" dirty="0" smtClean="0">
                <a:solidFill>
                  <a:schemeClr val="tx1"/>
                </a:solidFill>
                <a:latin typeface="Cambria" panose="02040503050406030204" pitchFamily="18" charset="0"/>
                <a:ea typeface="Cambria" panose="02040503050406030204" pitchFamily="18" charset="0"/>
                <a:cs typeface="Inter" panose="02000503000000020004"/>
              </a:rPr>
              <a:t>Datasets</a:t>
            </a:r>
            <a:endParaRPr lang="en-US" sz="1600" dirty="0" smtClean="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pPr marL="285750" indent="-285750">
              <a:buClr>
                <a:schemeClr val="bg2">
                  <a:lumMod val="60000"/>
                  <a:lumOff val="40000"/>
                </a:schemeClr>
              </a:buClr>
              <a:buFont typeface="Wingdings" panose="05000000000000000000" pitchFamily="2" charset="2"/>
              <a:buChar char="v"/>
            </a:pPr>
            <a:r>
              <a:rPr lang="en-US" sz="1600" dirty="0">
                <a:solidFill>
                  <a:schemeClr val="tx1"/>
                </a:solidFill>
                <a:latin typeface="Cambria" panose="02040503050406030204" pitchFamily="18" charset="0"/>
                <a:ea typeface="Cambria" panose="02040503050406030204" pitchFamily="18" charset="0"/>
                <a:cs typeface="Inter" panose="02000503000000020004"/>
              </a:rPr>
              <a:t>Easy Identification of Patterns</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US" dirty="0"/>
          </a:p>
          <a:p>
            <a:r>
              <a:rPr lang="en-IN" sz="2000" b="1" dirty="0">
                <a:solidFill>
                  <a:schemeClr val="dk2"/>
                </a:solidFill>
                <a:latin typeface="Arial Rounded MT Bold" panose="020F0704030504030204" pitchFamily="34" charset="0"/>
                <a:ea typeface="Inter" panose="02000503000000020004"/>
                <a:cs typeface="Inter" panose="02000503000000020004"/>
              </a:rPr>
              <a:t>Limitations:</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pPr marL="285750" indent="-285750">
              <a:buClr>
                <a:schemeClr val="bg2">
                  <a:lumMod val="60000"/>
                  <a:lumOff val="40000"/>
                </a:schemeClr>
              </a:buClr>
              <a:buFont typeface="Wingdings" panose="05000000000000000000" pitchFamily="2" charset="2"/>
              <a:buChar char="v"/>
            </a:pPr>
            <a:r>
              <a:rPr lang="en-IN" sz="1600" dirty="0">
                <a:solidFill>
                  <a:schemeClr val="tx1"/>
                </a:solidFill>
                <a:latin typeface="Cambria" panose="02040503050406030204" pitchFamily="18" charset="0"/>
                <a:ea typeface="Cambria" panose="02040503050406030204" pitchFamily="18" charset="0"/>
                <a:cs typeface="Inter" panose="02000503000000020004"/>
              </a:rPr>
              <a:t>Not suitable for categorical data (use bar charts instead</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a:t>
            </a:r>
            <a:endParaRPr lang="en-IN" sz="1600" dirty="0" smtClean="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pPr marL="285750" indent="-285750">
              <a:buClr>
                <a:schemeClr val="bg2">
                  <a:lumMod val="60000"/>
                  <a:lumOff val="40000"/>
                </a:schemeClr>
              </a:buClr>
              <a:buFont typeface="Wingdings" panose="05000000000000000000" pitchFamily="2" charset="2"/>
              <a:buChar char="v"/>
            </a:pPr>
            <a:r>
              <a:rPr lang="en-IN" sz="1600" dirty="0">
                <a:solidFill>
                  <a:schemeClr val="tx1"/>
                </a:solidFill>
                <a:latin typeface="Cambria" panose="02040503050406030204" pitchFamily="18" charset="0"/>
                <a:ea typeface="Cambria" panose="02040503050406030204" pitchFamily="18" charset="0"/>
                <a:cs typeface="Inter" panose="02000503000000020004"/>
              </a:rPr>
              <a:t>Requires careful selection of class intervals (too many or too few intervals can distort the analysis).</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US" dirty="0"/>
          </a:p>
        </p:txBody>
      </p:sp>
      <p:sp>
        <p:nvSpPr>
          <p:cNvPr id="14" name="Google Shape;256;p24"/>
          <p:cNvSpPr/>
          <p:nvPr/>
        </p:nvSpPr>
        <p:spPr>
          <a:xfrm>
            <a:off x="859750" y="996060"/>
            <a:ext cx="6713424"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941814" y="225466"/>
            <a:ext cx="7071886" cy="576000"/>
          </a:xfrm>
        </p:spPr>
        <p:txBody>
          <a:bodyPr/>
          <a:lstStyle/>
          <a:p>
            <a:pPr algn="l"/>
            <a:r>
              <a:rPr lang="en-IN" sz="2800" b="1" dirty="0"/>
              <a:t>Real-Life Applications of Histograms</a:t>
            </a:r>
            <a:endParaRPr lang="en-IN" sz="2800" b="1" dirty="0"/>
          </a:p>
        </p:txBody>
      </p:sp>
      <p:sp>
        <p:nvSpPr>
          <p:cNvPr id="3" name="TextBox 2"/>
          <p:cNvSpPr txBox="1"/>
          <p:nvPr/>
        </p:nvSpPr>
        <p:spPr>
          <a:xfrm>
            <a:off x="257757" y="1070264"/>
            <a:ext cx="8179661" cy="3170099"/>
          </a:xfrm>
          <a:prstGeom prst="rect">
            <a:avLst/>
          </a:prstGeom>
          <a:noFill/>
        </p:spPr>
        <p:txBody>
          <a:bodyPr wrap="square" rtlCol="0">
            <a:spAutoFit/>
          </a:bodyPr>
          <a:lstStyle/>
          <a:p>
            <a:r>
              <a:rPr lang="en-IN" sz="1800" b="1" dirty="0">
                <a:solidFill>
                  <a:schemeClr val="dk2"/>
                </a:solidFill>
                <a:latin typeface="Arial Rounded MT Bold" panose="020F0704030504030204" pitchFamily="34" charset="0"/>
                <a:ea typeface="Inter" panose="02000503000000020004"/>
                <a:cs typeface="Inter" panose="02000503000000020004"/>
              </a:rPr>
              <a:t>1. In Education: </a:t>
            </a:r>
            <a:r>
              <a:rPr lang="en-IN" sz="1600" dirty="0">
                <a:solidFill>
                  <a:schemeClr val="tx1"/>
                </a:solidFill>
                <a:latin typeface="Cambria" panose="02040503050406030204" pitchFamily="18" charset="0"/>
                <a:ea typeface="Cambria" panose="02040503050406030204" pitchFamily="18" charset="0"/>
                <a:cs typeface="Inter" panose="02000503000000020004"/>
              </a:rPr>
              <a:t>Analyse test scores or performance distribution of students over time.</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US" sz="1800" b="1" dirty="0" smtClean="0">
              <a:solidFill>
                <a:schemeClr val="dk2"/>
              </a:solidFill>
              <a:latin typeface="Arial Rounded MT Bold" panose="020F0704030504030204" pitchFamily="34" charset="0"/>
              <a:ea typeface="Inter" panose="02000503000000020004"/>
              <a:cs typeface="Inter" panose="02000503000000020004"/>
            </a:endParaRPr>
          </a:p>
          <a:p>
            <a:r>
              <a:rPr lang="en-US" sz="1800" b="1" dirty="0" smtClean="0">
                <a:solidFill>
                  <a:schemeClr val="dk2"/>
                </a:solidFill>
                <a:latin typeface="Arial Rounded MT Bold" panose="020F0704030504030204" pitchFamily="34" charset="0"/>
                <a:ea typeface="Inter" panose="02000503000000020004"/>
                <a:cs typeface="Inter" panose="02000503000000020004"/>
              </a:rPr>
              <a:t>Dataset</a:t>
            </a:r>
            <a:r>
              <a:rPr lang="en-US" sz="1800" b="1" dirty="0">
                <a:solidFill>
                  <a:schemeClr val="dk2"/>
                </a:solidFill>
                <a:latin typeface="Arial Rounded MT Bold" panose="020F0704030504030204" pitchFamily="34" charset="0"/>
                <a:ea typeface="Inter" panose="02000503000000020004"/>
                <a:cs typeface="Inter" panose="02000503000000020004"/>
              </a:rPr>
              <a:t>: </a:t>
            </a:r>
            <a:r>
              <a:rPr lang="en-US" sz="1600" dirty="0">
                <a:solidFill>
                  <a:schemeClr val="tx1"/>
                </a:solidFill>
                <a:latin typeface="Cambria" panose="02040503050406030204" pitchFamily="18" charset="0"/>
                <a:ea typeface="Cambria" panose="02040503050406030204" pitchFamily="18" charset="0"/>
                <a:cs typeface="Inter" panose="02000503000000020004"/>
              </a:rPr>
              <a:t>Students' Test Scores Over Time</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r>
              <a:rPr lang="en-US" sz="1600" dirty="0">
                <a:solidFill>
                  <a:schemeClr val="tx1"/>
                </a:solidFill>
                <a:latin typeface="Cambria" panose="02040503050406030204" pitchFamily="18" charset="0"/>
                <a:ea typeface="Cambria" panose="02040503050406030204" pitchFamily="18" charset="0"/>
                <a:cs typeface="Inter" panose="02000503000000020004"/>
              </a:rPr>
              <a:t>55, 67, 78, 45, 89, 92, 58, 64, 73, 81, 77, 69, 71, 87, 85, 74, 68, 90, 93, 62, 50, 79, 88, 76, 59, 66, 80, 72, 95, </a:t>
            </a:r>
            <a:r>
              <a:rPr lang="en-US" sz="1600" dirty="0" smtClean="0">
                <a:solidFill>
                  <a:schemeClr val="tx1"/>
                </a:solidFill>
                <a:latin typeface="Cambria" panose="02040503050406030204" pitchFamily="18" charset="0"/>
                <a:ea typeface="Cambria" panose="02040503050406030204" pitchFamily="18" charset="0"/>
                <a:cs typeface="Inter" panose="02000503000000020004"/>
              </a:rPr>
              <a:t>61</a:t>
            </a:r>
            <a:endParaRPr lang="en-US" sz="1600" dirty="0" smtClean="0">
              <a:solidFill>
                <a:schemeClr val="tx1"/>
              </a:solidFill>
              <a:latin typeface="Cambria" panose="02040503050406030204" pitchFamily="18" charset="0"/>
              <a:ea typeface="Cambria" panose="02040503050406030204" pitchFamily="18" charset="0"/>
              <a:cs typeface="Inter" panose="02000503000000020004"/>
            </a:endParaRPr>
          </a:p>
          <a:p>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dk2"/>
                </a:solidFill>
                <a:latin typeface="Arial Rounded MT Bold" panose="020F0704030504030204" pitchFamily="34" charset="0"/>
                <a:ea typeface="Inter" panose="02000503000000020004"/>
                <a:cs typeface="Inter" panose="02000503000000020004"/>
              </a:rPr>
              <a:t>Step 1: Define the Data</a:t>
            </a:r>
            <a:endParaRPr lang="en-US" sz="1800" b="1" dirty="0">
              <a:solidFill>
                <a:schemeClr val="dk2"/>
              </a:solidFill>
              <a:latin typeface="Arial Rounded MT Bold" panose="020F0704030504030204" pitchFamily="34" charset="0"/>
              <a:ea typeface="Inter" panose="02000503000000020004"/>
              <a:cs typeface="Inter" panose="02000503000000020004"/>
            </a:endParaRPr>
          </a:p>
          <a:p>
            <a:r>
              <a:rPr lang="en-US" sz="1600" dirty="0">
                <a:solidFill>
                  <a:schemeClr val="tx1"/>
                </a:solidFill>
                <a:latin typeface="Cambria" panose="02040503050406030204" pitchFamily="18" charset="0"/>
                <a:ea typeface="Cambria" panose="02040503050406030204" pitchFamily="18" charset="0"/>
                <a:cs typeface="Inter" panose="02000503000000020004"/>
              </a:rPr>
              <a:t>Arrange the data in it ascending order</a:t>
            </a:r>
            <a:r>
              <a:rPr lang="en-US" sz="1600" dirty="0" smtClean="0">
                <a:solidFill>
                  <a:schemeClr val="tx1"/>
                </a:solidFill>
                <a:latin typeface="Cambria" panose="02040503050406030204" pitchFamily="18" charset="0"/>
                <a:ea typeface="Cambria" panose="02040503050406030204" pitchFamily="18" charset="0"/>
                <a:cs typeface="Inter" panose="02000503000000020004"/>
              </a:rPr>
              <a:t>.</a:t>
            </a:r>
            <a:endParaRPr lang="en-US" sz="1600" dirty="0" smtClean="0">
              <a:solidFill>
                <a:schemeClr val="tx1"/>
              </a:solidFill>
              <a:latin typeface="Cambria" panose="02040503050406030204" pitchFamily="18" charset="0"/>
              <a:ea typeface="Cambria" panose="02040503050406030204" pitchFamily="18" charset="0"/>
              <a:cs typeface="Inter" panose="02000503000000020004"/>
            </a:endParaRPr>
          </a:p>
          <a:p>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dk2"/>
                </a:solidFill>
                <a:latin typeface="Arial Rounded MT Bold" panose="020F0704030504030204" pitchFamily="34" charset="0"/>
                <a:ea typeface="Inter" panose="02000503000000020004"/>
                <a:cs typeface="Inter" panose="02000503000000020004"/>
              </a:rPr>
              <a:t>Step 2: Define the Bins and Count the Scores in Each Bin</a:t>
            </a:r>
            <a:endParaRPr lang="en-US" sz="1800" b="1" dirty="0">
              <a:solidFill>
                <a:schemeClr val="dk2"/>
              </a:solidFill>
              <a:latin typeface="Arial Rounded MT Bold" panose="020F0704030504030204" pitchFamily="34" charset="0"/>
              <a:ea typeface="Inter" panose="02000503000000020004"/>
              <a:cs typeface="Inter" panose="02000503000000020004"/>
            </a:endParaRPr>
          </a:p>
          <a:p>
            <a:r>
              <a:rPr lang="en-US" sz="1600" dirty="0">
                <a:solidFill>
                  <a:schemeClr val="tx1"/>
                </a:solidFill>
                <a:latin typeface="Cambria" panose="02040503050406030204" pitchFamily="18" charset="0"/>
                <a:ea typeface="Cambria" panose="02040503050406030204" pitchFamily="18" charset="0"/>
                <a:cs typeface="Inter" panose="02000503000000020004"/>
              </a:rPr>
              <a:t>We'll calculate how many scores fall into each range.</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US" dirty="0"/>
          </a:p>
        </p:txBody>
      </p:sp>
      <p:graphicFrame>
        <p:nvGraphicFramePr>
          <p:cNvPr id="14" name="Table 13"/>
          <p:cNvGraphicFramePr>
            <a:graphicFrameLocks noGrp="1"/>
          </p:cNvGraphicFramePr>
          <p:nvPr/>
        </p:nvGraphicFramePr>
        <p:xfrm>
          <a:off x="6941424" y="2772378"/>
          <a:ext cx="1942803" cy="2133600"/>
        </p:xfrm>
        <a:graphic>
          <a:graphicData uri="http://schemas.openxmlformats.org/drawingml/2006/table">
            <a:tbl>
              <a:tblPr firstRow="1" bandRow="1">
                <a:tableStyleId>{51A4D214-FB03-4C0E-AD20-0F7D02E0CF25}</a:tableStyleId>
              </a:tblPr>
              <a:tblGrid>
                <a:gridCol w="789412"/>
                <a:gridCol w="1153391"/>
              </a:tblGrid>
              <a:tr h="248840">
                <a:tc>
                  <a:txBody>
                    <a:bodyPr/>
                    <a:lstStyle/>
                    <a:p>
                      <a:pPr algn="ctr"/>
                      <a:r>
                        <a:rPr lang="en-US" dirty="0" smtClean="0"/>
                        <a:t>Bins</a:t>
                      </a:r>
                      <a:endParaRPr lang="en-US" b="1" dirty="0"/>
                    </a:p>
                  </a:txBody>
                  <a:tcPr anchor="ctr"/>
                </a:tc>
                <a:tc>
                  <a:txBody>
                    <a:bodyPr/>
                    <a:lstStyle/>
                    <a:p>
                      <a:pPr algn="ctr"/>
                      <a:r>
                        <a:rPr lang="en-US" dirty="0" smtClean="0"/>
                        <a:t>Frequency</a:t>
                      </a:r>
                      <a:endParaRPr lang="en-US" b="1" dirty="0"/>
                    </a:p>
                  </a:txBody>
                  <a:tcPr anchor="ctr"/>
                </a:tc>
              </a:tr>
              <a:tr h="248840">
                <a:tc>
                  <a:txBody>
                    <a:bodyPr/>
                    <a:lstStyle/>
                    <a:p>
                      <a:pPr algn="ctr"/>
                      <a:r>
                        <a:rPr lang="en-US" dirty="0" smtClean="0"/>
                        <a:t>40-50</a:t>
                      </a:r>
                      <a:endParaRPr lang="en-US" dirty="0"/>
                    </a:p>
                  </a:txBody>
                  <a:tcPr anchor="ctr"/>
                </a:tc>
                <a:tc>
                  <a:txBody>
                    <a:bodyPr/>
                    <a:lstStyle/>
                    <a:p>
                      <a:pPr algn="ctr"/>
                      <a:r>
                        <a:rPr lang="en-US" dirty="0" smtClean="0"/>
                        <a:t>2</a:t>
                      </a:r>
                      <a:endParaRPr lang="en-US" dirty="0"/>
                    </a:p>
                  </a:txBody>
                  <a:tcPr anchor="ctr"/>
                </a:tc>
              </a:tr>
              <a:tr h="248840">
                <a:tc>
                  <a:txBody>
                    <a:bodyPr/>
                    <a:lstStyle/>
                    <a:p>
                      <a:pPr algn="ctr"/>
                      <a:r>
                        <a:rPr lang="en-US" dirty="0" smtClean="0"/>
                        <a:t>51-60</a:t>
                      </a:r>
                      <a:endParaRPr lang="en-US" dirty="0"/>
                    </a:p>
                  </a:txBody>
                  <a:tcPr anchor="ctr"/>
                </a:tc>
                <a:tc>
                  <a:txBody>
                    <a:bodyPr/>
                    <a:lstStyle/>
                    <a:p>
                      <a:pPr algn="ctr"/>
                      <a:r>
                        <a:rPr lang="en-US" dirty="0" smtClean="0"/>
                        <a:t>3</a:t>
                      </a:r>
                      <a:endParaRPr lang="en-US" dirty="0"/>
                    </a:p>
                  </a:txBody>
                  <a:tcPr anchor="ctr"/>
                </a:tc>
              </a:tr>
              <a:tr h="248840">
                <a:tc>
                  <a:txBody>
                    <a:bodyPr/>
                    <a:lstStyle/>
                    <a:p>
                      <a:pPr algn="ctr"/>
                      <a:r>
                        <a:rPr lang="en-US" dirty="0" smtClean="0"/>
                        <a:t>61-70</a:t>
                      </a:r>
                      <a:endParaRPr lang="en-US" dirty="0"/>
                    </a:p>
                  </a:txBody>
                  <a:tcPr anchor="ctr"/>
                </a:tc>
                <a:tc>
                  <a:txBody>
                    <a:bodyPr/>
                    <a:lstStyle/>
                    <a:p>
                      <a:pPr algn="ctr"/>
                      <a:r>
                        <a:rPr lang="en-US" dirty="0" smtClean="0"/>
                        <a:t>7</a:t>
                      </a:r>
                      <a:endParaRPr lang="en-US" dirty="0"/>
                    </a:p>
                  </a:txBody>
                  <a:tcPr anchor="ctr"/>
                </a:tc>
              </a:tr>
              <a:tr h="248840">
                <a:tc>
                  <a:txBody>
                    <a:bodyPr/>
                    <a:lstStyle/>
                    <a:p>
                      <a:pPr algn="ctr"/>
                      <a:r>
                        <a:rPr lang="en-US" dirty="0" smtClean="0"/>
                        <a:t>71-80</a:t>
                      </a:r>
                      <a:endParaRPr lang="en-US" dirty="0"/>
                    </a:p>
                  </a:txBody>
                  <a:tcPr anchor="ctr"/>
                </a:tc>
                <a:tc>
                  <a:txBody>
                    <a:bodyPr/>
                    <a:lstStyle/>
                    <a:p>
                      <a:pPr algn="ctr"/>
                      <a:r>
                        <a:rPr lang="en-US" dirty="0" smtClean="0"/>
                        <a:t>9</a:t>
                      </a:r>
                      <a:endParaRPr lang="en-US" dirty="0"/>
                    </a:p>
                  </a:txBody>
                  <a:tcPr anchor="ctr"/>
                </a:tc>
              </a:tr>
              <a:tr h="252403">
                <a:tc>
                  <a:txBody>
                    <a:bodyPr/>
                    <a:lstStyle/>
                    <a:p>
                      <a:pPr algn="ctr"/>
                      <a:r>
                        <a:rPr lang="en-US" dirty="0" smtClean="0"/>
                        <a:t>81-90</a:t>
                      </a:r>
                      <a:endParaRPr lang="en-US" dirty="0"/>
                    </a:p>
                  </a:txBody>
                  <a:tcPr anchor="ctr"/>
                </a:tc>
                <a:tc>
                  <a:txBody>
                    <a:bodyPr/>
                    <a:lstStyle/>
                    <a:p>
                      <a:pPr algn="ctr"/>
                      <a:r>
                        <a:rPr lang="en-US" dirty="0" smtClean="0"/>
                        <a:t>5</a:t>
                      </a:r>
                      <a:endParaRPr lang="en-US" dirty="0"/>
                    </a:p>
                  </a:txBody>
                  <a:tcPr anchor="ctr"/>
                </a:tc>
              </a:tr>
              <a:tr h="248840">
                <a:tc>
                  <a:txBody>
                    <a:bodyPr/>
                    <a:lstStyle/>
                    <a:p>
                      <a:pPr algn="ctr"/>
                      <a:r>
                        <a:rPr lang="en-US" dirty="0" smtClean="0"/>
                        <a:t>91-100</a:t>
                      </a:r>
                      <a:endParaRPr lang="en-US" dirty="0"/>
                    </a:p>
                  </a:txBody>
                  <a:tcPr anchor="ctr"/>
                </a:tc>
                <a:tc>
                  <a:txBody>
                    <a:bodyPr/>
                    <a:lstStyle/>
                    <a:p>
                      <a:pPr algn="ctr"/>
                      <a:r>
                        <a:rPr lang="en-US" dirty="0" smtClean="0"/>
                        <a:t>3</a:t>
                      </a:r>
                      <a:endParaRPr lang="en-US" dirty="0"/>
                    </a:p>
                  </a:txBody>
                  <a:tcPr anchor="ctr"/>
                </a:tc>
              </a:tr>
            </a:tbl>
          </a:graphicData>
        </a:graphic>
      </p:graphicFrame>
      <p:sp>
        <p:nvSpPr>
          <p:cNvPr id="16" name="Google Shape;256;p24"/>
          <p:cNvSpPr/>
          <p:nvPr/>
        </p:nvSpPr>
        <p:spPr>
          <a:xfrm>
            <a:off x="999837" y="847857"/>
            <a:ext cx="5964382"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15932" y="689137"/>
            <a:ext cx="3840319" cy="2441100"/>
          </a:xfrm>
        </p:spPr>
        <p:txBody>
          <a:bodyPr/>
          <a:lstStyle/>
          <a:p>
            <a:pPr marL="139700" indent="0">
              <a:buNone/>
            </a:pPr>
            <a:r>
              <a:rPr lang="en-US" sz="1800" b="1" dirty="0">
                <a:latin typeface="Arial Rounded MT Bold" panose="020F0704030504030204" pitchFamily="34" charset="0"/>
                <a:sym typeface="Arial" panose="020B0604020202020204"/>
              </a:rPr>
              <a:t>Step </a:t>
            </a:r>
            <a:r>
              <a:rPr lang="en-US" sz="1800" b="1" dirty="0" smtClean="0">
                <a:latin typeface="Arial Rounded MT Bold" panose="020F0704030504030204" pitchFamily="34" charset="0"/>
                <a:sym typeface="Arial" panose="020B0604020202020204"/>
              </a:rPr>
              <a:t>3 : </a:t>
            </a:r>
            <a:r>
              <a:rPr lang="en-US" sz="1800" b="1" dirty="0">
                <a:latin typeface="Arial Rounded MT Bold" panose="020F0704030504030204" pitchFamily="34" charset="0"/>
                <a:sym typeface="Arial" panose="020B0604020202020204"/>
              </a:rPr>
              <a:t>Explanation of the Output:</a:t>
            </a:r>
            <a:endParaRPr lang="en-US" sz="1800" b="1" dirty="0">
              <a:latin typeface="Arial Rounded MT Bold" panose="020F0704030504030204" pitchFamily="34" charset="0"/>
              <a:sym typeface="Arial" panose="020B0604020202020204"/>
            </a:endParaRPr>
          </a:p>
          <a:p>
            <a:pPr marL="139700" indent="0">
              <a:lnSpc>
                <a:spcPct val="100000"/>
              </a:lnSpc>
              <a:buClr>
                <a:schemeClr val="bg2">
                  <a:lumMod val="60000"/>
                  <a:lumOff val="40000"/>
                </a:schemeClr>
              </a:buClr>
              <a:buNone/>
            </a:pPr>
            <a:r>
              <a:rPr lang="en-US" sz="1600" b="1" dirty="0">
                <a:solidFill>
                  <a:schemeClr val="tx1"/>
                </a:solidFill>
                <a:latin typeface="Cambria" panose="02040503050406030204" pitchFamily="18" charset="0"/>
                <a:ea typeface="Cambria" panose="02040503050406030204" pitchFamily="18" charset="0"/>
                <a:sym typeface="Arial" panose="020B0604020202020204"/>
              </a:rPr>
              <a:t>X-Axis: </a:t>
            </a:r>
            <a:r>
              <a:rPr lang="en-US" sz="1600" dirty="0">
                <a:solidFill>
                  <a:schemeClr val="tx1"/>
                </a:solidFill>
                <a:latin typeface="Cambria" panose="02040503050406030204" pitchFamily="18" charset="0"/>
                <a:ea typeface="Cambria" panose="02040503050406030204" pitchFamily="18" charset="0"/>
                <a:sym typeface="Arial" panose="020B0604020202020204"/>
              </a:rPr>
              <a:t>Represents the score ranges (bins).</a:t>
            </a:r>
            <a:endParaRPr lang="en-US" sz="1600" dirty="0">
              <a:solidFill>
                <a:schemeClr val="tx1"/>
              </a:solidFill>
              <a:latin typeface="Cambria" panose="02040503050406030204" pitchFamily="18" charset="0"/>
              <a:ea typeface="Cambria" panose="02040503050406030204" pitchFamily="18" charset="0"/>
              <a:sym typeface="Arial" panose="020B0604020202020204"/>
            </a:endParaRPr>
          </a:p>
          <a:p>
            <a:pPr marL="139700" indent="0">
              <a:lnSpc>
                <a:spcPct val="100000"/>
              </a:lnSpc>
              <a:buClr>
                <a:schemeClr val="bg2">
                  <a:lumMod val="60000"/>
                  <a:lumOff val="40000"/>
                </a:schemeClr>
              </a:buClr>
              <a:buNone/>
            </a:pPr>
            <a:r>
              <a:rPr lang="en-US" sz="1600" b="1" dirty="0">
                <a:solidFill>
                  <a:schemeClr val="tx1"/>
                </a:solidFill>
                <a:latin typeface="Cambria" panose="02040503050406030204" pitchFamily="18" charset="0"/>
                <a:ea typeface="Cambria" panose="02040503050406030204" pitchFamily="18" charset="0"/>
                <a:sym typeface="Arial" panose="020B0604020202020204"/>
              </a:rPr>
              <a:t>Y-Axis: </a:t>
            </a:r>
            <a:r>
              <a:rPr lang="en-US" sz="1600" dirty="0">
                <a:solidFill>
                  <a:schemeClr val="tx1"/>
                </a:solidFill>
                <a:latin typeface="Cambria" panose="02040503050406030204" pitchFamily="18" charset="0"/>
                <a:ea typeface="Cambria" panose="02040503050406030204" pitchFamily="18" charset="0"/>
                <a:sym typeface="Arial" panose="020B0604020202020204"/>
              </a:rPr>
              <a:t>Represents the frequency of students scoring within each range</a:t>
            </a:r>
            <a:r>
              <a:rPr lang="en-US" sz="1600" dirty="0" smtClean="0">
                <a:solidFill>
                  <a:schemeClr val="tx1"/>
                </a:solidFill>
                <a:latin typeface="Cambria" panose="02040503050406030204" pitchFamily="18" charset="0"/>
                <a:ea typeface="Cambria" panose="02040503050406030204" pitchFamily="18" charset="0"/>
                <a:sym typeface="Arial" panose="020B0604020202020204"/>
              </a:rPr>
              <a:t>.</a:t>
            </a:r>
            <a:endParaRPr lang="en-US" sz="1600" dirty="0" smtClean="0">
              <a:solidFill>
                <a:schemeClr val="tx1"/>
              </a:solidFill>
              <a:latin typeface="Cambria" panose="02040503050406030204" pitchFamily="18" charset="0"/>
              <a:ea typeface="Cambria" panose="02040503050406030204" pitchFamily="18" charset="0"/>
              <a:sym typeface="Arial" panose="020B0604020202020204"/>
            </a:endParaRPr>
          </a:p>
          <a:p>
            <a:pPr marL="139700" indent="0">
              <a:lnSpc>
                <a:spcPct val="100000"/>
              </a:lnSpc>
              <a:buClr>
                <a:schemeClr val="bg2">
                  <a:lumMod val="60000"/>
                  <a:lumOff val="40000"/>
                </a:schemeClr>
              </a:buClr>
              <a:buNone/>
            </a:pPr>
            <a:endParaRPr lang="en-US" sz="1600" dirty="0">
              <a:solidFill>
                <a:schemeClr val="tx1"/>
              </a:solidFill>
              <a:latin typeface="Cambria" panose="02040503050406030204" pitchFamily="18" charset="0"/>
              <a:ea typeface="Cambria" panose="02040503050406030204" pitchFamily="18" charset="0"/>
              <a:sym typeface="Arial" panose="020B0604020202020204"/>
            </a:endParaRPr>
          </a:p>
          <a:p>
            <a:pPr marL="139700" indent="0">
              <a:buNone/>
            </a:pPr>
            <a:r>
              <a:rPr lang="en-US" sz="1800" b="1" dirty="0" smtClean="0">
                <a:latin typeface="Arial Rounded MT Bold" panose="020F0704030504030204" pitchFamily="34" charset="0"/>
              </a:rPr>
              <a:t>Step 4: Interpretation</a:t>
            </a:r>
            <a:r>
              <a:rPr lang="en-US" sz="1800" b="1" dirty="0">
                <a:latin typeface="Arial Rounded MT Bold" panose="020F0704030504030204" pitchFamily="34" charset="0"/>
              </a:rPr>
              <a:t>:</a:t>
            </a:r>
            <a:endParaRPr lang="en-US" sz="1800" b="1" dirty="0">
              <a:latin typeface="Arial Rounded MT Bold" panose="020F0704030504030204" pitchFamily="34" charset="0"/>
            </a:endParaRPr>
          </a:p>
          <a:p>
            <a:pPr marL="139700" lvl="1" indent="0">
              <a:buClr>
                <a:schemeClr val="bg2">
                  <a:lumMod val="60000"/>
                  <a:lumOff val="40000"/>
                </a:schemeClr>
              </a:buClr>
              <a:buNone/>
            </a:pPr>
            <a:r>
              <a:rPr lang="en-US" sz="1600" dirty="0">
                <a:solidFill>
                  <a:schemeClr val="tx1"/>
                </a:solidFill>
                <a:latin typeface="Cambria" panose="02040503050406030204" pitchFamily="18" charset="0"/>
                <a:ea typeface="Cambria" panose="02040503050406030204" pitchFamily="18" charset="0"/>
              </a:rPr>
              <a:t>The histogram will show how scores are distributed across bins.</a:t>
            </a:r>
            <a:endParaRPr lang="en-US" sz="1600" dirty="0">
              <a:solidFill>
                <a:schemeClr val="tx1"/>
              </a:solidFill>
              <a:latin typeface="Cambria" panose="02040503050406030204" pitchFamily="18" charset="0"/>
              <a:ea typeface="Cambria" panose="02040503050406030204" pitchFamily="18" charset="0"/>
            </a:endParaRPr>
          </a:p>
          <a:p>
            <a:pPr marL="139700" lvl="1" indent="0">
              <a:buClr>
                <a:schemeClr val="bg2">
                  <a:lumMod val="60000"/>
                  <a:lumOff val="40000"/>
                </a:schemeClr>
              </a:buClr>
              <a:buNone/>
            </a:pPr>
            <a:r>
              <a:rPr lang="en-US" sz="1600" dirty="0">
                <a:solidFill>
                  <a:schemeClr val="tx1"/>
                </a:solidFill>
                <a:latin typeface="Cambria" panose="02040503050406030204" pitchFamily="18" charset="0"/>
                <a:ea typeface="Cambria" panose="02040503050406030204" pitchFamily="18" charset="0"/>
              </a:rPr>
              <a:t>Peaks in the histogram indicate where most students' scores lie (e.g., in the 70-80 range).</a:t>
            </a:r>
            <a:endParaRPr lang="en-US" sz="1600" dirty="0">
              <a:solidFill>
                <a:schemeClr val="tx1"/>
              </a:solidFill>
              <a:latin typeface="Cambria" panose="02040503050406030204" pitchFamily="18" charset="0"/>
              <a:ea typeface="Cambria" panose="02040503050406030204" pitchFamily="18" charset="0"/>
            </a:endParaRPr>
          </a:p>
          <a:p>
            <a:pPr marL="596900" lvl="1" indent="0">
              <a:buNone/>
            </a:pPr>
            <a:endParaRPr 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34804" y="1143002"/>
            <a:ext cx="3887686" cy="30237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rotWithShape="1">
          <a:blip r:embed="rId2">
            <a:biLevel thresh="50000"/>
            <a:extLst>
              <a:ext uri="{BEBA8EAE-BF5A-486C-A8C5-ECC9F3942E4B}">
                <a14:imgProps xmlns:a14="http://schemas.microsoft.com/office/drawing/2010/main">
                  <a14:imgLayer r:embed="rId3">
                    <a14:imgEffect>
                      <a14:backgroundRemoval t="10000" b="90000" l="28164" r="56178"/>
                    </a14:imgEffect>
                    <a14:imgEffect>
                      <a14:saturation sat="200000"/>
                    </a14:imgEffect>
                  </a14:imgLayer>
                </a14:imgProps>
              </a:ext>
              <a:ext uri="{28A0092B-C50C-407E-A947-70E740481C1C}">
                <a14:useLocalDpi xmlns:a14="http://schemas.microsoft.com/office/drawing/2010/main" val="0"/>
              </a:ext>
            </a:extLst>
          </a:blip>
          <a:srcRect l="24662" r="40320"/>
          <a:stretch>
            <a:fillRect/>
          </a:stretch>
        </p:blipFill>
        <p:spPr bwMode="auto">
          <a:xfrm>
            <a:off x="4704744" y="3727514"/>
            <a:ext cx="115618" cy="160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Connector 7"/>
          <p:cNvCxnSpPr>
            <a:stCxn id="1028" idx="3"/>
          </p:cNvCxnSpPr>
          <p:nvPr/>
        </p:nvCxnSpPr>
        <p:spPr>
          <a:xfrm>
            <a:off x="4820362" y="38080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812384" y="3822680"/>
            <a:ext cx="44533" cy="0"/>
          </a:xfrm>
          <a:prstGeom prst="line">
            <a:avLst/>
          </a:prstGeom>
          <a:ln w="6350">
            <a:solidFill>
              <a:srgbClr val="000000"/>
            </a:solidFill>
          </a:ln>
        </p:spPr>
        <p:style>
          <a:lnRef idx="1">
            <a:schemeClr val="dk1"/>
          </a:lnRef>
          <a:fillRef idx="0">
            <a:schemeClr val="dk1"/>
          </a:fillRef>
          <a:effectRef idx="0">
            <a:schemeClr val="dk1"/>
          </a:effectRef>
          <a:fontRef idx="minor">
            <a:schemeClr val="tx1"/>
          </a:fontRef>
        </p:style>
      </p:cxnSp>
      <p:grpSp>
        <p:nvGrpSpPr>
          <p:cNvPr id="14" name="Google Shape;364;p28"/>
          <p:cNvGrpSpPr/>
          <p:nvPr/>
        </p:nvGrpSpPr>
        <p:grpSpPr>
          <a:xfrm>
            <a:off x="-207535" y="0"/>
            <a:ext cx="1340963" cy="321190"/>
            <a:chOff x="2068259" y="3755898"/>
            <a:chExt cx="705658" cy="169021"/>
          </a:xfrm>
        </p:grpSpPr>
        <p:sp>
          <p:nvSpPr>
            <p:cNvPr id="15"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996589" y="256639"/>
            <a:ext cx="7017112" cy="576000"/>
          </a:xfrm>
        </p:spPr>
        <p:txBody>
          <a:bodyPr/>
          <a:lstStyle/>
          <a:p>
            <a:r>
              <a:rPr lang="en-IN" sz="2800" b="1" dirty="0"/>
              <a:t>Real-Life Applications of Histograms</a:t>
            </a:r>
            <a:endParaRPr lang="en-IN" sz="2800" dirty="0"/>
          </a:p>
        </p:txBody>
      </p:sp>
      <p:sp>
        <p:nvSpPr>
          <p:cNvPr id="3" name="TextBox 2"/>
          <p:cNvSpPr txBox="1"/>
          <p:nvPr/>
        </p:nvSpPr>
        <p:spPr>
          <a:xfrm>
            <a:off x="613362" y="1070264"/>
            <a:ext cx="6109558" cy="3570208"/>
          </a:xfrm>
          <a:prstGeom prst="rect">
            <a:avLst/>
          </a:prstGeom>
          <a:noFill/>
        </p:spPr>
        <p:txBody>
          <a:bodyPr wrap="square" rtlCol="0">
            <a:spAutoFit/>
          </a:bodyPr>
          <a:lstStyle/>
          <a:p>
            <a:r>
              <a:rPr lang="en-IN" sz="1800" b="1" dirty="0">
                <a:solidFill>
                  <a:schemeClr val="dk2"/>
                </a:solidFill>
                <a:latin typeface="Arial Rounded MT Bold" panose="020F0704030504030204" pitchFamily="34" charset="0"/>
                <a:ea typeface="Inter" panose="02000503000000020004"/>
                <a:cs typeface="Inter" panose="02000503000000020004"/>
              </a:rPr>
              <a:t>2. In Business: </a:t>
            </a:r>
            <a:r>
              <a:rPr lang="en-IN" sz="1600" dirty="0">
                <a:solidFill>
                  <a:schemeClr val="tx1"/>
                </a:solidFill>
                <a:latin typeface="Cambria" panose="02040503050406030204" pitchFamily="18" charset="0"/>
                <a:ea typeface="Cambria" panose="02040503050406030204" pitchFamily="18" charset="0"/>
                <a:cs typeface="Inter" panose="02000503000000020004"/>
              </a:rPr>
              <a:t>Retailers use histograms to track sales across different price ranges or over different periods.</a:t>
            </a:r>
            <a:endParaRPr lang="en-IN" sz="1600" dirty="0">
              <a:solidFill>
                <a:schemeClr val="tx1"/>
              </a:solidFill>
              <a:latin typeface="Cambria" panose="02040503050406030204" pitchFamily="18" charset="0"/>
              <a:ea typeface="Cambria" panose="02040503050406030204" pitchFamily="18" charset="0"/>
              <a:cs typeface="Inter" panose="02000503000000020004"/>
            </a:endParaRPr>
          </a:p>
          <a:p>
            <a:endParaRPr lang="en-IN" dirty="0" smtClean="0"/>
          </a:p>
          <a:p>
            <a:r>
              <a:rPr lang="en-US" sz="1800" b="1" dirty="0">
                <a:solidFill>
                  <a:schemeClr val="dk2"/>
                </a:solidFill>
                <a:latin typeface="Arial Rounded MT Bold" panose="020F0704030504030204" pitchFamily="34" charset="0"/>
                <a:ea typeface="Inter" panose="02000503000000020004"/>
                <a:cs typeface="Inter" panose="02000503000000020004"/>
              </a:rPr>
              <a:t>Dataset: </a:t>
            </a:r>
            <a:r>
              <a:rPr lang="en-US" sz="1600" dirty="0">
                <a:solidFill>
                  <a:schemeClr val="tx1"/>
                </a:solidFill>
                <a:latin typeface="Cambria" panose="02040503050406030204" pitchFamily="18" charset="0"/>
                <a:ea typeface="Cambria" panose="02040503050406030204" pitchFamily="18" charset="0"/>
                <a:cs typeface="Inter" panose="02000503000000020004"/>
              </a:rPr>
              <a:t>Product Prices of Sold Items</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r>
              <a:rPr lang="en-US" sz="1600" dirty="0">
                <a:solidFill>
                  <a:schemeClr val="tx1"/>
                </a:solidFill>
                <a:latin typeface="Cambria" panose="02040503050406030204" pitchFamily="18" charset="0"/>
                <a:ea typeface="Cambria" panose="02040503050406030204" pitchFamily="18" charset="0"/>
                <a:cs typeface="Inter" panose="02000503000000020004"/>
              </a:rPr>
              <a:t>12, 20, 22, 30, 35, 40, 42, 45, 50, 52, 55, 60, 62, 65, 70, 72, 75, 80, 82, 85, 90, 92, 95, 100, 105, 110, 112, 115, 120, 125</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US" dirty="0" smtClean="0"/>
          </a:p>
          <a:p>
            <a:r>
              <a:rPr lang="en-US" sz="1800" b="1" dirty="0">
                <a:solidFill>
                  <a:schemeClr val="dk2"/>
                </a:solidFill>
                <a:latin typeface="Arial Rounded MT Bold" panose="020F0704030504030204" pitchFamily="34" charset="0"/>
                <a:ea typeface="Inter" panose="02000503000000020004"/>
                <a:cs typeface="Inter" panose="02000503000000020004"/>
              </a:rPr>
              <a:t>Step 1: Define the Data</a:t>
            </a:r>
            <a:endParaRPr lang="en-US" sz="1800" b="1" dirty="0">
              <a:solidFill>
                <a:schemeClr val="dk2"/>
              </a:solidFill>
              <a:latin typeface="Arial Rounded MT Bold" panose="020F0704030504030204" pitchFamily="34" charset="0"/>
              <a:ea typeface="Inter" panose="02000503000000020004"/>
              <a:cs typeface="Inter" panose="02000503000000020004"/>
            </a:endParaRPr>
          </a:p>
          <a:p>
            <a:r>
              <a:rPr lang="en-US" sz="1600" dirty="0">
                <a:solidFill>
                  <a:schemeClr val="tx1"/>
                </a:solidFill>
                <a:latin typeface="Cambria" panose="02040503050406030204" pitchFamily="18" charset="0"/>
                <a:ea typeface="Cambria" panose="02040503050406030204" pitchFamily="18" charset="0"/>
                <a:cs typeface="Inter" panose="02000503000000020004"/>
              </a:rPr>
              <a:t>Arrange the data in it ascending order.</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US" dirty="0"/>
          </a:p>
          <a:p>
            <a:r>
              <a:rPr lang="en-US" sz="1800" b="1" dirty="0">
                <a:solidFill>
                  <a:schemeClr val="dk2"/>
                </a:solidFill>
                <a:latin typeface="Arial Rounded MT Bold" panose="020F0704030504030204" pitchFamily="34" charset="0"/>
                <a:ea typeface="Inter" panose="02000503000000020004"/>
                <a:cs typeface="Inter" panose="02000503000000020004"/>
              </a:rPr>
              <a:t>Step 2: Define the Bins and Count the Scores in Each Bin</a:t>
            </a:r>
            <a:endParaRPr lang="en-US" sz="1800" b="1" dirty="0">
              <a:solidFill>
                <a:schemeClr val="dk2"/>
              </a:solidFill>
              <a:latin typeface="Arial Rounded MT Bold" panose="020F0704030504030204" pitchFamily="34" charset="0"/>
              <a:ea typeface="Inter" panose="02000503000000020004"/>
              <a:cs typeface="Inter" panose="02000503000000020004"/>
            </a:endParaRPr>
          </a:p>
          <a:p>
            <a:r>
              <a:rPr lang="en-US" sz="1600" dirty="0">
                <a:solidFill>
                  <a:schemeClr val="tx1"/>
                </a:solidFill>
                <a:latin typeface="Cambria" panose="02040503050406030204" pitchFamily="18" charset="0"/>
                <a:ea typeface="Cambria" panose="02040503050406030204" pitchFamily="18" charset="0"/>
                <a:cs typeface="Inter" panose="02000503000000020004"/>
              </a:rPr>
              <a:t>We'll calculate how many scores fall into each range.</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endParaRPr lang="en-US" dirty="0"/>
          </a:p>
        </p:txBody>
      </p:sp>
      <p:graphicFrame>
        <p:nvGraphicFramePr>
          <p:cNvPr id="14" name="Table 13"/>
          <p:cNvGraphicFramePr>
            <a:graphicFrameLocks noGrp="1"/>
          </p:cNvGraphicFramePr>
          <p:nvPr/>
        </p:nvGraphicFramePr>
        <p:xfrm>
          <a:off x="6861761" y="2621881"/>
          <a:ext cx="1991294" cy="2133600"/>
        </p:xfrm>
        <a:graphic>
          <a:graphicData uri="http://schemas.openxmlformats.org/drawingml/2006/table">
            <a:tbl>
              <a:tblPr firstRow="1" bandRow="1">
                <a:tableStyleId>{51A4D214-FB03-4C0E-AD20-0F7D02E0CF25}</a:tableStyleId>
              </a:tblPr>
              <a:tblGrid>
                <a:gridCol w="889857"/>
                <a:gridCol w="1101437"/>
              </a:tblGrid>
              <a:tr h="231160">
                <a:tc>
                  <a:txBody>
                    <a:bodyPr/>
                    <a:lstStyle/>
                    <a:p>
                      <a:pPr algn="ctr"/>
                      <a:r>
                        <a:rPr lang="en-US" b="1" dirty="0" smtClean="0"/>
                        <a:t>Bins</a:t>
                      </a:r>
                      <a:endParaRPr lang="en-US" b="1" dirty="0"/>
                    </a:p>
                  </a:txBody>
                  <a:tcPr/>
                </a:tc>
                <a:tc>
                  <a:txBody>
                    <a:bodyPr/>
                    <a:lstStyle/>
                    <a:p>
                      <a:pPr algn="ctr"/>
                      <a:r>
                        <a:rPr lang="en-US" b="1" dirty="0" smtClean="0"/>
                        <a:t>Frequency</a:t>
                      </a:r>
                      <a:endParaRPr lang="en-US" b="1" dirty="0"/>
                    </a:p>
                  </a:txBody>
                  <a:tcPr/>
                </a:tc>
              </a:tr>
              <a:tr h="231160">
                <a:tc>
                  <a:txBody>
                    <a:bodyPr/>
                    <a:lstStyle/>
                    <a:p>
                      <a:pPr algn="ctr"/>
                      <a:r>
                        <a:rPr lang="en-US" dirty="0" smtClean="0"/>
                        <a:t>10-30</a:t>
                      </a:r>
                      <a:endParaRPr lang="en-US" dirty="0"/>
                    </a:p>
                  </a:txBody>
                  <a:tcPr/>
                </a:tc>
                <a:tc>
                  <a:txBody>
                    <a:bodyPr/>
                    <a:lstStyle/>
                    <a:p>
                      <a:pPr algn="ctr"/>
                      <a:r>
                        <a:rPr lang="en-US" dirty="0" smtClean="0"/>
                        <a:t>3</a:t>
                      </a:r>
                      <a:endParaRPr lang="en-US" dirty="0"/>
                    </a:p>
                  </a:txBody>
                  <a:tcPr/>
                </a:tc>
              </a:tr>
              <a:tr h="231160">
                <a:tc>
                  <a:txBody>
                    <a:bodyPr/>
                    <a:lstStyle/>
                    <a:p>
                      <a:pPr algn="ctr"/>
                      <a:r>
                        <a:rPr lang="en-US" dirty="0" smtClean="0"/>
                        <a:t>31-50</a:t>
                      </a:r>
                      <a:endParaRPr lang="en-US" dirty="0"/>
                    </a:p>
                  </a:txBody>
                  <a:tcPr/>
                </a:tc>
                <a:tc>
                  <a:txBody>
                    <a:bodyPr/>
                    <a:lstStyle/>
                    <a:p>
                      <a:pPr algn="ctr"/>
                      <a:r>
                        <a:rPr lang="en-US" dirty="0" smtClean="0"/>
                        <a:t>4</a:t>
                      </a:r>
                      <a:endParaRPr lang="en-US" dirty="0"/>
                    </a:p>
                  </a:txBody>
                  <a:tcPr/>
                </a:tc>
              </a:tr>
              <a:tr h="231160">
                <a:tc>
                  <a:txBody>
                    <a:bodyPr/>
                    <a:lstStyle/>
                    <a:p>
                      <a:pPr algn="ctr"/>
                      <a:r>
                        <a:rPr lang="en-US" dirty="0" smtClean="0"/>
                        <a:t>51-70</a:t>
                      </a:r>
                      <a:endParaRPr lang="en-US" dirty="0"/>
                    </a:p>
                  </a:txBody>
                  <a:tcPr/>
                </a:tc>
                <a:tc>
                  <a:txBody>
                    <a:bodyPr/>
                    <a:lstStyle/>
                    <a:p>
                      <a:pPr algn="ctr"/>
                      <a:r>
                        <a:rPr lang="en-US" dirty="0" smtClean="0"/>
                        <a:t>4</a:t>
                      </a:r>
                      <a:endParaRPr lang="en-US" dirty="0"/>
                    </a:p>
                  </a:txBody>
                  <a:tcPr/>
                </a:tc>
              </a:tr>
              <a:tr h="231160">
                <a:tc>
                  <a:txBody>
                    <a:bodyPr/>
                    <a:lstStyle/>
                    <a:p>
                      <a:pPr algn="ctr"/>
                      <a:r>
                        <a:rPr lang="en-US" dirty="0" smtClean="0"/>
                        <a:t>71-90</a:t>
                      </a:r>
                      <a:endParaRPr lang="en-US" dirty="0"/>
                    </a:p>
                  </a:txBody>
                  <a:tcPr/>
                </a:tc>
                <a:tc>
                  <a:txBody>
                    <a:bodyPr/>
                    <a:lstStyle/>
                    <a:p>
                      <a:pPr algn="ctr"/>
                      <a:r>
                        <a:rPr lang="en-US" dirty="0" smtClean="0"/>
                        <a:t>4</a:t>
                      </a:r>
                      <a:endParaRPr lang="en-US" dirty="0"/>
                    </a:p>
                  </a:txBody>
                  <a:tcPr/>
                </a:tc>
              </a:tr>
              <a:tr h="231160">
                <a:tc>
                  <a:txBody>
                    <a:bodyPr/>
                    <a:lstStyle/>
                    <a:p>
                      <a:pPr algn="ctr"/>
                      <a:r>
                        <a:rPr lang="en-US" dirty="0" smtClean="0"/>
                        <a:t>91-110</a:t>
                      </a:r>
                      <a:endParaRPr lang="en-US" dirty="0"/>
                    </a:p>
                  </a:txBody>
                  <a:tcPr/>
                </a:tc>
                <a:tc>
                  <a:txBody>
                    <a:bodyPr/>
                    <a:lstStyle/>
                    <a:p>
                      <a:pPr algn="ctr"/>
                      <a:r>
                        <a:rPr lang="en-US" dirty="0" smtClean="0"/>
                        <a:t>6</a:t>
                      </a:r>
                      <a:endParaRPr lang="en-US" dirty="0"/>
                    </a:p>
                  </a:txBody>
                  <a:tcPr/>
                </a:tc>
              </a:tr>
              <a:tr h="231160">
                <a:tc>
                  <a:txBody>
                    <a:bodyPr/>
                    <a:lstStyle/>
                    <a:p>
                      <a:pPr algn="ctr"/>
                      <a:r>
                        <a:rPr lang="en-US" dirty="0" smtClean="0"/>
                        <a:t>111-130</a:t>
                      </a:r>
                      <a:endParaRPr lang="en-US" dirty="0"/>
                    </a:p>
                  </a:txBody>
                  <a:tcPr/>
                </a:tc>
                <a:tc>
                  <a:txBody>
                    <a:bodyPr/>
                    <a:lstStyle/>
                    <a:p>
                      <a:pPr algn="ctr"/>
                      <a:r>
                        <a:rPr lang="en-US" dirty="0" smtClean="0"/>
                        <a:t>9</a:t>
                      </a:r>
                      <a:endParaRPr lang="en-US" dirty="0"/>
                    </a:p>
                  </a:txBody>
                  <a:tcPr/>
                </a:tc>
              </a:tr>
            </a:tbl>
          </a:graphicData>
        </a:graphic>
      </p:graphicFrame>
      <p:sp>
        <p:nvSpPr>
          <p:cNvPr id="16" name="Google Shape;256;p24"/>
          <p:cNvSpPr/>
          <p:nvPr/>
        </p:nvSpPr>
        <p:spPr>
          <a:xfrm>
            <a:off x="1558637" y="847857"/>
            <a:ext cx="5964382"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514472" y="852055"/>
            <a:ext cx="4306910" cy="3605645"/>
          </a:xfrm>
        </p:spPr>
        <p:txBody>
          <a:bodyPr/>
          <a:lstStyle/>
          <a:p>
            <a:pPr marL="139700" indent="0">
              <a:buNone/>
            </a:pPr>
            <a:r>
              <a:rPr lang="en-US" sz="1800" b="1" dirty="0">
                <a:latin typeface="Arial Rounded MT Bold" panose="020F0704030504030204" pitchFamily="34" charset="0"/>
                <a:sym typeface="Arial" panose="020B0604020202020204"/>
              </a:rPr>
              <a:t>Step </a:t>
            </a:r>
            <a:r>
              <a:rPr lang="en-US" sz="1800" b="1" dirty="0" smtClean="0">
                <a:latin typeface="Arial Rounded MT Bold" panose="020F0704030504030204" pitchFamily="34" charset="0"/>
                <a:sym typeface="Arial" panose="020B0604020202020204"/>
              </a:rPr>
              <a:t>3 : </a:t>
            </a:r>
            <a:r>
              <a:rPr lang="en-US" sz="1800" b="1" dirty="0">
                <a:latin typeface="Arial Rounded MT Bold" panose="020F0704030504030204" pitchFamily="34" charset="0"/>
                <a:sym typeface="Arial" panose="020B0604020202020204"/>
              </a:rPr>
              <a:t>Explanation of the Output:</a:t>
            </a:r>
            <a:endParaRPr lang="en-US" sz="1800" b="1" dirty="0">
              <a:latin typeface="Arial Rounded MT Bold" panose="020F0704030504030204" pitchFamily="34" charset="0"/>
              <a:sym typeface="Arial" panose="020B0604020202020204"/>
            </a:endParaRPr>
          </a:p>
          <a:p>
            <a:pPr marL="139700" indent="0">
              <a:buNone/>
            </a:pPr>
            <a:endParaRPr lang="en-US" b="1" dirty="0" smtClean="0"/>
          </a:p>
          <a:p>
            <a:pPr marL="139700" indent="0">
              <a:lnSpc>
                <a:spcPct val="100000"/>
              </a:lnSpc>
              <a:buClr>
                <a:schemeClr val="bg2">
                  <a:lumMod val="60000"/>
                  <a:lumOff val="40000"/>
                </a:schemeClr>
              </a:buClr>
              <a:buNone/>
            </a:pPr>
            <a:r>
              <a:rPr lang="en-US" sz="1600" b="1" dirty="0">
                <a:solidFill>
                  <a:schemeClr val="tx1"/>
                </a:solidFill>
                <a:latin typeface="Cambria" panose="02040503050406030204" pitchFamily="18" charset="0"/>
                <a:ea typeface="Cambria" panose="02040503050406030204" pitchFamily="18" charset="0"/>
              </a:rPr>
              <a:t>Bin 1 (10-30): </a:t>
            </a:r>
            <a:r>
              <a:rPr lang="en-US" sz="1600" dirty="0">
                <a:solidFill>
                  <a:schemeClr val="tx1"/>
                </a:solidFill>
                <a:latin typeface="Cambria" panose="02040503050406030204" pitchFamily="18" charset="0"/>
                <a:ea typeface="Cambria" panose="02040503050406030204" pitchFamily="18" charset="0"/>
              </a:rPr>
              <a:t>Few products were sold in this price range (lower-cost items</a:t>
            </a:r>
            <a:r>
              <a:rPr lang="en-US" sz="1600" dirty="0" smtClean="0">
                <a:solidFill>
                  <a:schemeClr val="tx1"/>
                </a:solidFill>
                <a:latin typeface="Cambria" panose="02040503050406030204" pitchFamily="18" charset="0"/>
                <a:ea typeface="Cambria" panose="02040503050406030204" pitchFamily="18" charset="0"/>
              </a:rPr>
              <a:t>).</a:t>
            </a:r>
            <a:endParaRPr lang="en-US" sz="1600" dirty="0" smtClean="0">
              <a:solidFill>
                <a:schemeClr val="tx1"/>
              </a:solidFill>
              <a:latin typeface="Cambria" panose="02040503050406030204" pitchFamily="18" charset="0"/>
              <a:ea typeface="Cambria" panose="02040503050406030204" pitchFamily="18" charset="0"/>
            </a:endParaRPr>
          </a:p>
          <a:p>
            <a:pPr marL="139700" indent="0">
              <a:lnSpc>
                <a:spcPct val="100000"/>
              </a:lnSpc>
              <a:buClr>
                <a:schemeClr val="bg2">
                  <a:lumMod val="60000"/>
                  <a:lumOff val="40000"/>
                </a:schemeClr>
              </a:buClr>
              <a:buNone/>
            </a:pPr>
            <a:endParaRPr lang="en-US" sz="1600" dirty="0">
              <a:solidFill>
                <a:schemeClr val="tx1"/>
              </a:solidFill>
              <a:latin typeface="Cambria" panose="02040503050406030204" pitchFamily="18" charset="0"/>
              <a:ea typeface="Cambria" panose="02040503050406030204" pitchFamily="18" charset="0"/>
            </a:endParaRPr>
          </a:p>
          <a:p>
            <a:pPr marL="139700" indent="0">
              <a:lnSpc>
                <a:spcPct val="100000"/>
              </a:lnSpc>
              <a:buClr>
                <a:schemeClr val="bg2">
                  <a:lumMod val="60000"/>
                  <a:lumOff val="40000"/>
                </a:schemeClr>
              </a:buClr>
              <a:buNone/>
            </a:pPr>
            <a:r>
              <a:rPr lang="en-US" sz="1600" b="1" dirty="0">
                <a:solidFill>
                  <a:schemeClr val="tx1"/>
                </a:solidFill>
                <a:latin typeface="Cambria" panose="02040503050406030204" pitchFamily="18" charset="0"/>
                <a:ea typeface="Cambria" panose="02040503050406030204" pitchFamily="18" charset="0"/>
              </a:rPr>
              <a:t>Bin 2 to Bin 4 (31-90)</a:t>
            </a:r>
            <a:r>
              <a:rPr lang="en-US" sz="1600" dirty="0">
                <a:solidFill>
                  <a:schemeClr val="tx1"/>
                </a:solidFill>
                <a:latin typeface="Cambria" panose="02040503050406030204" pitchFamily="18" charset="0"/>
                <a:ea typeface="Cambria" panose="02040503050406030204" pitchFamily="18" charset="0"/>
              </a:rPr>
              <a:t>: Moderate sales for mid-priced products</a:t>
            </a:r>
            <a:r>
              <a:rPr lang="en-US" sz="1600" dirty="0" smtClean="0">
                <a:solidFill>
                  <a:schemeClr val="tx1"/>
                </a:solidFill>
                <a:latin typeface="Cambria" panose="02040503050406030204" pitchFamily="18" charset="0"/>
                <a:ea typeface="Cambria" panose="02040503050406030204" pitchFamily="18" charset="0"/>
              </a:rPr>
              <a:t>.</a:t>
            </a:r>
            <a:endParaRPr lang="en-US" sz="1600" dirty="0" smtClean="0">
              <a:solidFill>
                <a:schemeClr val="tx1"/>
              </a:solidFill>
              <a:latin typeface="Cambria" panose="02040503050406030204" pitchFamily="18" charset="0"/>
              <a:ea typeface="Cambria" panose="02040503050406030204" pitchFamily="18" charset="0"/>
            </a:endParaRPr>
          </a:p>
          <a:p>
            <a:pPr marL="139700" indent="0">
              <a:lnSpc>
                <a:spcPct val="100000"/>
              </a:lnSpc>
              <a:buClr>
                <a:schemeClr val="bg2">
                  <a:lumMod val="60000"/>
                  <a:lumOff val="40000"/>
                </a:schemeClr>
              </a:buClr>
              <a:buNone/>
            </a:pPr>
            <a:endParaRPr lang="en-US" sz="1600" dirty="0">
              <a:solidFill>
                <a:schemeClr val="tx1"/>
              </a:solidFill>
              <a:latin typeface="Cambria" panose="02040503050406030204" pitchFamily="18" charset="0"/>
              <a:ea typeface="Cambria" panose="02040503050406030204" pitchFamily="18" charset="0"/>
            </a:endParaRPr>
          </a:p>
          <a:p>
            <a:pPr marL="139700" indent="0">
              <a:lnSpc>
                <a:spcPct val="100000"/>
              </a:lnSpc>
              <a:buClr>
                <a:schemeClr val="bg2">
                  <a:lumMod val="60000"/>
                  <a:lumOff val="40000"/>
                </a:schemeClr>
              </a:buClr>
              <a:buNone/>
            </a:pPr>
            <a:r>
              <a:rPr lang="en-US" sz="1600" b="1" dirty="0">
                <a:solidFill>
                  <a:schemeClr val="tx1"/>
                </a:solidFill>
                <a:latin typeface="Cambria" panose="02040503050406030204" pitchFamily="18" charset="0"/>
                <a:ea typeface="Cambria" panose="02040503050406030204" pitchFamily="18" charset="0"/>
              </a:rPr>
              <a:t>Bin 5 and Bin 6 (91-130): </a:t>
            </a:r>
            <a:r>
              <a:rPr lang="en-US" sz="1600" dirty="0">
                <a:solidFill>
                  <a:schemeClr val="tx1"/>
                </a:solidFill>
                <a:latin typeface="Cambria" panose="02040503050406030204" pitchFamily="18" charset="0"/>
                <a:ea typeface="Cambria" panose="02040503050406030204" pitchFamily="18" charset="0"/>
              </a:rPr>
              <a:t>Higher sales for more expensive items, indicating a trend toward premium product purchases.</a:t>
            </a:r>
            <a:endParaRPr lang="en-US" sz="1600" dirty="0">
              <a:solidFill>
                <a:schemeClr val="tx1"/>
              </a:solidFill>
              <a:latin typeface="Cambria" panose="02040503050406030204" pitchFamily="18" charset="0"/>
              <a:ea typeface="Cambria" panose="02040503050406030204" pitchFamily="18" charset="0"/>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34841" y="1623147"/>
            <a:ext cx="3107273" cy="246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p:cNvPicPr>
            <a:picLocks noChangeAspect="1" noChangeArrowheads="1"/>
          </p:cNvPicPr>
          <p:nvPr/>
        </p:nvPicPr>
        <p:blipFill rotWithShape="1">
          <a:blip r:embed="rId2">
            <a:biLevel thresh="50000"/>
            <a:extLst>
              <a:ext uri="{BEBA8EAE-BF5A-486C-A8C5-ECC9F3942E4B}">
                <a14:imgProps xmlns:a14="http://schemas.microsoft.com/office/drawing/2010/main">
                  <a14:imgLayer r:embed="rId3">
                    <a14:imgEffect>
                      <a14:backgroundRemoval t="10000" b="90000" l="28164" r="56178"/>
                    </a14:imgEffect>
                    <a14:imgEffect>
                      <a14:saturation sat="200000"/>
                    </a14:imgEffect>
                  </a14:imgLayer>
                </a14:imgProps>
              </a:ext>
              <a:ext uri="{28A0092B-C50C-407E-A947-70E740481C1C}">
                <a14:useLocalDpi xmlns:a14="http://schemas.microsoft.com/office/drawing/2010/main" val="0"/>
              </a:ext>
            </a:extLst>
          </a:blip>
          <a:srcRect l="24662" r="40320"/>
          <a:stretch>
            <a:fillRect/>
          </a:stretch>
        </p:blipFill>
        <p:spPr bwMode="auto">
          <a:xfrm>
            <a:off x="5378638" y="3693972"/>
            <a:ext cx="115618" cy="160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5478383" y="3788960"/>
            <a:ext cx="44533" cy="0"/>
          </a:xfrm>
          <a:prstGeom prst="line">
            <a:avLst/>
          </a:prstGeom>
          <a:ln w="6350">
            <a:solidFill>
              <a:srgbClr val="000000"/>
            </a:solidFill>
          </a:ln>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996589" y="360757"/>
            <a:ext cx="6959340" cy="576000"/>
          </a:xfrm>
        </p:spPr>
        <p:txBody>
          <a:bodyPr/>
          <a:lstStyle/>
          <a:p>
            <a:pPr algn="l"/>
            <a:r>
              <a:rPr lang="en-IN" sz="3200" b="1" dirty="0" smtClean="0"/>
              <a:t>Limitation of Histogram</a:t>
            </a:r>
            <a:br>
              <a:rPr lang="en-IN" sz="3200" b="1" dirty="0" smtClean="0"/>
            </a:br>
            <a:br>
              <a:rPr lang="en-US" sz="2000" b="1" dirty="0"/>
            </a:br>
            <a:endParaRPr lang="en-IN" sz="2000" b="1" dirty="0"/>
          </a:p>
        </p:txBody>
      </p:sp>
      <p:sp>
        <p:nvSpPr>
          <p:cNvPr id="2" name="TextBox 1"/>
          <p:cNvSpPr txBox="1"/>
          <p:nvPr/>
        </p:nvSpPr>
        <p:spPr>
          <a:xfrm>
            <a:off x="718936" y="1319999"/>
            <a:ext cx="7236992" cy="3416320"/>
          </a:xfrm>
          <a:prstGeom prst="rect">
            <a:avLst/>
          </a:prstGeom>
          <a:noFill/>
        </p:spPr>
        <p:txBody>
          <a:bodyPr wrap="square" rtlCol="0">
            <a:spAutoFit/>
          </a:bodyPr>
          <a:lstStyle/>
          <a:p>
            <a:endParaRPr lang="en-US" dirty="0"/>
          </a:p>
          <a:p>
            <a:r>
              <a:rPr lang="en-IN" sz="2400" b="1" dirty="0">
                <a:solidFill>
                  <a:schemeClr val="dk2"/>
                </a:solidFill>
                <a:latin typeface="Arial Rounded MT Bold" panose="020F0704030504030204" pitchFamily="34" charset="0"/>
                <a:ea typeface="Inter" panose="02000503000000020004"/>
                <a:cs typeface="Inter" panose="02000503000000020004"/>
                <a:sym typeface="Inter" panose="02000503000000020004"/>
              </a:rPr>
              <a:t>Limitations</a:t>
            </a:r>
            <a:r>
              <a:rPr lang="en-IN" sz="2400" b="1" dirty="0" smtClean="0">
                <a:solidFill>
                  <a:schemeClr val="dk2"/>
                </a:solidFill>
                <a:latin typeface="Arial Rounded MT Bold" panose="020F0704030504030204" pitchFamily="34" charset="0"/>
                <a:ea typeface="Inter" panose="02000503000000020004"/>
                <a:cs typeface="Inter" panose="02000503000000020004"/>
                <a:sym typeface="Inter" panose="02000503000000020004"/>
              </a:rPr>
              <a:t>:</a:t>
            </a:r>
            <a:endParaRPr lang="en-IN" sz="2400" b="1" dirty="0" smtClean="0">
              <a:solidFill>
                <a:schemeClr val="dk2"/>
              </a:solidFill>
              <a:latin typeface="Arial Rounded MT Bold" panose="020F0704030504030204" pitchFamily="34" charset="0"/>
              <a:ea typeface="Inter" panose="02000503000000020004"/>
              <a:cs typeface="Inter" panose="02000503000000020004"/>
              <a:sym typeface="Inter" panose="02000503000000020004"/>
            </a:endParaRPr>
          </a:p>
          <a:p>
            <a:endParaRPr lang="en-US" sz="2400" b="1" dirty="0">
              <a:solidFill>
                <a:schemeClr val="dk2"/>
              </a:solidFill>
              <a:latin typeface="Arial Rounded MT Bold" panose="020F0704030504030204" pitchFamily="34" charset="0"/>
              <a:ea typeface="Inter" panose="02000503000000020004"/>
              <a:cs typeface="Inter" panose="02000503000000020004"/>
              <a:sym typeface="Inter" panose="02000503000000020004"/>
            </a:endParaRPr>
          </a:p>
          <a:p>
            <a:pPr marL="285750" indent="-285750">
              <a:buClr>
                <a:schemeClr val="bg2">
                  <a:lumMod val="60000"/>
                  <a:lumOff val="40000"/>
                </a:schemeClr>
              </a:buClr>
              <a:buFont typeface="Wingdings" panose="05000000000000000000" pitchFamily="2" charset="2"/>
              <a:buChar char="v"/>
            </a:pPr>
            <a:r>
              <a:rPr lang="en-IN"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rPr>
              <a:t>Not suitable for categorical data</a:t>
            </a:r>
            <a:r>
              <a:rPr lang="en-IN" sz="2000" dirty="0" smtClean="0">
                <a:solidFill>
                  <a:schemeClr val="tx1"/>
                </a:solidFill>
                <a:latin typeface="Cambria" panose="02040503050406030204" pitchFamily="18" charset="0"/>
                <a:ea typeface="Cambria" panose="02040503050406030204" pitchFamily="18" charset="0"/>
                <a:cs typeface="Inter" panose="02000503000000020004"/>
                <a:sym typeface="Inter" panose="02000503000000020004"/>
              </a:rPr>
              <a:t>.</a:t>
            </a:r>
            <a:endParaRPr lang="en-IN" sz="2000" dirty="0" smtClean="0">
              <a:solidFill>
                <a:schemeClr val="tx1"/>
              </a:solidFill>
              <a:latin typeface="Cambria" panose="02040503050406030204" pitchFamily="18" charset="0"/>
              <a:ea typeface="Cambria" panose="02040503050406030204" pitchFamily="18" charset="0"/>
              <a:cs typeface="Inter" panose="02000503000000020004"/>
              <a:sym typeface="Inter" panose="02000503000000020004"/>
            </a:endParaRPr>
          </a:p>
          <a:p>
            <a:pPr marL="285750" indent="-285750">
              <a:buClr>
                <a:schemeClr val="bg2">
                  <a:lumMod val="60000"/>
                  <a:lumOff val="40000"/>
                </a:schemeClr>
              </a:buClr>
              <a:buFont typeface="Wingdings" panose="05000000000000000000" pitchFamily="2" charset="2"/>
              <a:buChar char="v"/>
            </a:pPr>
            <a:endParaRPr lang="en-US"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endParaRPr>
          </a:p>
          <a:p>
            <a:pPr marL="285750" indent="-285750">
              <a:buClr>
                <a:schemeClr val="bg2">
                  <a:lumMod val="60000"/>
                  <a:lumOff val="40000"/>
                </a:schemeClr>
              </a:buClr>
              <a:buFont typeface="Wingdings" panose="05000000000000000000" pitchFamily="2" charset="2"/>
              <a:buChar char="v"/>
            </a:pPr>
            <a:r>
              <a:rPr lang="en-IN"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rPr>
              <a:t>Requires careful selection of class intervals</a:t>
            </a:r>
            <a:r>
              <a:rPr lang="en-IN" sz="2000" dirty="0" smtClean="0">
                <a:solidFill>
                  <a:schemeClr val="tx1"/>
                </a:solidFill>
                <a:latin typeface="Cambria" panose="02040503050406030204" pitchFamily="18" charset="0"/>
                <a:ea typeface="Cambria" panose="02040503050406030204" pitchFamily="18" charset="0"/>
                <a:cs typeface="Inter" panose="02000503000000020004"/>
                <a:sym typeface="Inter" panose="02000503000000020004"/>
              </a:rPr>
              <a:t>.</a:t>
            </a:r>
            <a:endParaRPr lang="en-IN" sz="2000" dirty="0" smtClean="0">
              <a:solidFill>
                <a:schemeClr val="tx1"/>
              </a:solidFill>
              <a:latin typeface="Cambria" panose="02040503050406030204" pitchFamily="18" charset="0"/>
              <a:ea typeface="Cambria" panose="02040503050406030204" pitchFamily="18" charset="0"/>
              <a:cs typeface="Inter" panose="02000503000000020004"/>
              <a:sym typeface="Inter" panose="02000503000000020004"/>
            </a:endParaRPr>
          </a:p>
          <a:p>
            <a:pPr>
              <a:buClr>
                <a:schemeClr val="bg2">
                  <a:lumMod val="60000"/>
                  <a:lumOff val="40000"/>
                </a:schemeClr>
              </a:buClr>
            </a:pPr>
            <a:endParaRPr lang="en-IN"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endParaRPr>
          </a:p>
          <a:p>
            <a:pPr marL="285750" indent="-285750">
              <a:buClr>
                <a:schemeClr val="bg2">
                  <a:lumMod val="60000"/>
                  <a:lumOff val="40000"/>
                </a:schemeClr>
              </a:buClr>
              <a:buFont typeface="Wingdings" panose="05000000000000000000" pitchFamily="2" charset="2"/>
              <a:buChar char="v"/>
            </a:pPr>
            <a:r>
              <a:rPr lang="en-US"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rPr>
              <a:t>Loss of Detailed </a:t>
            </a:r>
            <a:r>
              <a:rPr lang="en-US" sz="2000" dirty="0" smtClean="0">
                <a:solidFill>
                  <a:schemeClr val="tx1"/>
                </a:solidFill>
                <a:latin typeface="Cambria" panose="02040503050406030204" pitchFamily="18" charset="0"/>
                <a:ea typeface="Cambria" panose="02040503050406030204" pitchFamily="18" charset="0"/>
                <a:cs typeface="Inter" panose="02000503000000020004"/>
                <a:sym typeface="Inter" panose="02000503000000020004"/>
              </a:rPr>
              <a:t>Information</a:t>
            </a:r>
            <a:endParaRPr lang="en-US" sz="2000" dirty="0" smtClean="0">
              <a:solidFill>
                <a:schemeClr val="tx1"/>
              </a:solidFill>
              <a:latin typeface="Cambria" panose="02040503050406030204" pitchFamily="18" charset="0"/>
              <a:ea typeface="Cambria" panose="02040503050406030204" pitchFamily="18" charset="0"/>
              <a:cs typeface="Inter" panose="02000503000000020004"/>
              <a:sym typeface="Inter" panose="02000503000000020004"/>
            </a:endParaRPr>
          </a:p>
          <a:p>
            <a:pPr marL="285750" indent="-285750">
              <a:buClr>
                <a:schemeClr val="bg2">
                  <a:lumMod val="60000"/>
                  <a:lumOff val="40000"/>
                </a:schemeClr>
              </a:buClr>
              <a:buFont typeface="Wingdings" panose="05000000000000000000" pitchFamily="2" charset="2"/>
              <a:buChar char="v"/>
            </a:pPr>
            <a:endParaRPr lang="en-US"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endParaRPr>
          </a:p>
          <a:p>
            <a:pPr marL="285750" indent="-285750">
              <a:buClr>
                <a:schemeClr val="bg2">
                  <a:lumMod val="60000"/>
                  <a:lumOff val="40000"/>
                </a:schemeClr>
              </a:buClr>
              <a:buFont typeface="Wingdings" panose="05000000000000000000" pitchFamily="2" charset="2"/>
              <a:buChar char="v"/>
            </a:pPr>
            <a:r>
              <a:rPr lang="en-US"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rPr>
              <a:t>Limited to One Variable</a:t>
            </a:r>
            <a:endParaRPr lang="en-US" sz="2000" dirty="0">
              <a:solidFill>
                <a:schemeClr val="tx1"/>
              </a:solidFill>
              <a:latin typeface="Cambria" panose="02040503050406030204" pitchFamily="18" charset="0"/>
              <a:ea typeface="Cambria" panose="02040503050406030204" pitchFamily="18" charset="0"/>
              <a:cs typeface="Inter" panose="02000503000000020004"/>
              <a:sym typeface="Inter" panose="02000503000000020004"/>
            </a:endParaRPr>
          </a:p>
          <a:p>
            <a:endParaRPr lang="en-US" dirty="0"/>
          </a:p>
        </p:txBody>
      </p:sp>
      <p:sp>
        <p:nvSpPr>
          <p:cNvPr id="14" name="Google Shape;256;p24"/>
          <p:cNvSpPr/>
          <p:nvPr/>
        </p:nvSpPr>
        <p:spPr>
          <a:xfrm>
            <a:off x="1133428" y="1042932"/>
            <a:ext cx="4572000"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49002" y="322450"/>
            <a:ext cx="7326597" cy="576000"/>
          </a:xfrm>
        </p:spPr>
        <p:txBody>
          <a:bodyPr/>
          <a:lstStyle/>
          <a:p>
            <a:pPr algn="ctr"/>
            <a:r>
              <a:rPr lang="en-IN" sz="4000" b="1" dirty="0" smtClean="0"/>
              <a:t>BOX  PLOT</a:t>
            </a:r>
            <a:endParaRPr lang="en-IN" sz="4000" b="1" dirty="0"/>
          </a:p>
        </p:txBody>
      </p:sp>
      <p:sp>
        <p:nvSpPr>
          <p:cNvPr id="2" name="Google Shape;256;p24"/>
          <p:cNvSpPr/>
          <p:nvPr/>
        </p:nvSpPr>
        <p:spPr>
          <a:xfrm flipV="1">
            <a:off x="2900348" y="1065603"/>
            <a:ext cx="2878151"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
        <p:nvSpPr>
          <p:cNvPr id="3" name="TextBox 2"/>
          <p:cNvSpPr txBox="1"/>
          <p:nvPr/>
        </p:nvSpPr>
        <p:spPr>
          <a:xfrm>
            <a:off x="385149" y="1281984"/>
            <a:ext cx="6777651" cy="2000548"/>
          </a:xfrm>
          <a:prstGeom prst="rect">
            <a:avLst/>
          </a:prstGeom>
          <a:noFill/>
        </p:spPr>
        <p:txBody>
          <a:bodyPr wrap="square" rtlCol="0">
            <a:spAutoFit/>
          </a:bodyPr>
          <a:lstStyle/>
          <a:p>
            <a:r>
              <a:rPr lang="en-IN" sz="2000" b="1" dirty="0">
                <a:solidFill>
                  <a:schemeClr val="dk2"/>
                </a:solidFill>
                <a:latin typeface="Arial Rounded MT Bold" panose="020F0704030504030204" pitchFamily="34" charset="0"/>
                <a:ea typeface="Inter" panose="02000503000000020004"/>
                <a:cs typeface="Inter" panose="02000503000000020004"/>
                <a:sym typeface="Inter" panose="02000503000000020004"/>
              </a:rPr>
              <a:t>Definition: </a:t>
            </a:r>
            <a:endParaRPr lang="en-IN" sz="2000" b="1" dirty="0">
              <a:solidFill>
                <a:schemeClr val="dk2"/>
              </a:solidFill>
              <a:latin typeface="Arial Rounded MT Bold" panose="020F0704030504030204" pitchFamily="34" charset="0"/>
              <a:ea typeface="Inter" panose="02000503000000020004"/>
              <a:cs typeface="Inter" panose="02000503000000020004"/>
              <a:sym typeface="Inter" panose="02000503000000020004"/>
            </a:endParaRPr>
          </a:p>
          <a:p>
            <a:r>
              <a:rPr lang="en-IN" sz="1800" dirty="0">
                <a:solidFill>
                  <a:schemeClr val="tx1"/>
                </a:solidFill>
                <a:latin typeface="Cambria" panose="02040503050406030204" pitchFamily="18" charset="0"/>
                <a:ea typeface="Cambria" panose="02040503050406030204" pitchFamily="18" charset="0"/>
                <a:cs typeface="Inter" panose="02000503000000020004"/>
              </a:rPr>
              <a:t>A Box Plot (also known as a box-and-whisker plot) is a graphical representation of a dataset that displays the distribution and variability of the data. It shows the median, quartiles, and potential outliers, making it easier to identify patterns, central tendency, and spread.</a:t>
            </a:r>
            <a:endParaRPr lang="en-IN" sz="2000" dirty="0">
              <a:solidFill>
                <a:schemeClr val="tx1"/>
              </a:solidFill>
              <a:latin typeface="Cambria" panose="02040503050406030204" pitchFamily="18" charset="0"/>
              <a:ea typeface="Cambria" panose="02040503050406030204" pitchFamily="18" charset="0"/>
              <a:cs typeface="Inter" panose="02000503000000020004"/>
            </a:endParaRPr>
          </a:p>
          <a:p>
            <a:r>
              <a:rPr lang="en-US" dirty="0" smtClean="0"/>
              <a:t>.</a:t>
            </a:r>
            <a:endParaRPr lang="en-IN" dirty="0"/>
          </a:p>
        </p:txBody>
      </p:sp>
      <p:sp>
        <p:nvSpPr>
          <p:cNvPr id="4" name="TextBox 3"/>
          <p:cNvSpPr txBox="1"/>
          <p:nvPr/>
        </p:nvSpPr>
        <p:spPr>
          <a:xfrm>
            <a:off x="385148" y="3069823"/>
            <a:ext cx="5647351" cy="1846659"/>
          </a:xfrm>
          <a:prstGeom prst="rect">
            <a:avLst/>
          </a:prstGeom>
          <a:noFill/>
        </p:spPr>
        <p:txBody>
          <a:bodyPr wrap="square" rtlCol="0">
            <a:spAutoFit/>
          </a:bodyPr>
          <a:lstStyle/>
          <a:p>
            <a:endParaRPr lang="en-US" sz="1800" b="1" dirty="0" smtClean="0">
              <a:solidFill>
                <a:schemeClr val="dk2"/>
              </a:solidFill>
              <a:latin typeface="Arial Rounded MT Bold" panose="020F0704030504030204" pitchFamily="34" charset="0"/>
              <a:ea typeface="Inter" panose="02000503000000020004"/>
              <a:cs typeface="Inter" panose="02000503000000020004"/>
            </a:endParaRPr>
          </a:p>
          <a:p>
            <a:r>
              <a:rPr lang="en-US" sz="2000" b="1" dirty="0" smtClean="0">
                <a:solidFill>
                  <a:schemeClr val="dk2"/>
                </a:solidFill>
                <a:latin typeface="Arial Rounded MT Bold" panose="020F0704030504030204" pitchFamily="34" charset="0"/>
                <a:ea typeface="Inter" panose="02000503000000020004"/>
                <a:cs typeface="Inter" panose="02000503000000020004"/>
              </a:rPr>
              <a:t>Purpose</a:t>
            </a:r>
            <a:r>
              <a:rPr lang="en-US" sz="2000" b="1" dirty="0">
                <a:solidFill>
                  <a:schemeClr val="dk2"/>
                </a:solidFill>
                <a:latin typeface="Arial Rounded MT Bold" panose="020F0704030504030204" pitchFamily="34" charset="0"/>
                <a:ea typeface="Inter" panose="02000503000000020004"/>
                <a:cs typeface="Inter" panose="02000503000000020004"/>
              </a:rPr>
              <a:t>: </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r>
              <a:rPr lang="en-IN" sz="1800" dirty="0">
                <a:solidFill>
                  <a:schemeClr val="tx1"/>
                </a:solidFill>
                <a:latin typeface="Cambria" panose="02040503050406030204" pitchFamily="18" charset="0"/>
                <a:ea typeface="Cambria" panose="02040503050406030204" pitchFamily="18" charset="0"/>
                <a:cs typeface="Inter" panose="02000503000000020004"/>
              </a:rPr>
              <a:t>The purpose of a box plot is to summarize the data's distribution in a way that is easy to interpret, allowing you to quickly identify the spread, skewness, and any outliers within the database</a:t>
            </a:r>
            <a:r>
              <a:rPr lang="en-IN" sz="1800" dirty="0" smtClean="0">
                <a:solidFill>
                  <a:schemeClr val="tx1"/>
                </a:solidFill>
                <a:latin typeface="Cambria" panose="02040503050406030204" pitchFamily="18" charset="0"/>
                <a:ea typeface="Cambria" panose="02040503050406030204" pitchFamily="18" charset="0"/>
                <a:cs typeface="Inter" panose="02000503000000020004"/>
              </a:rPr>
              <a:t>.</a:t>
            </a:r>
            <a:endParaRPr lang="en-IN" sz="1800" dirty="0">
              <a:solidFill>
                <a:schemeClr val="tx1"/>
              </a:solidFill>
              <a:latin typeface="Cambria" panose="02040503050406030204" pitchFamily="18" charset="0"/>
              <a:ea typeface="Cambria" panose="02040503050406030204" pitchFamily="18" charset="0"/>
              <a:cs typeface="Inter" panose="02000503000000020004"/>
            </a:endParaRPr>
          </a:p>
        </p:txBody>
      </p:sp>
      <p:pic>
        <p:nvPicPr>
          <p:cNvPr id="4098" name="Picture 2" descr="Box Plot Explained: Interpretation, Examples, &amp; Comparison"/>
          <p:cNvPicPr>
            <a:picLocks noChangeAspect="1" noChangeArrowheads="1"/>
          </p:cNvPicPr>
          <p:nvPr/>
        </p:nvPicPr>
        <p:blipFill rotWithShape="1">
          <a:blip r:embed="rId1">
            <a:extLst>
              <a:ext uri="{28A0092B-C50C-407E-A947-70E740481C1C}">
                <a14:useLocalDpi xmlns:a14="http://schemas.microsoft.com/office/drawing/2010/main" val="0"/>
              </a:ext>
            </a:extLst>
          </a:blip>
          <a:srcRect t="16003"/>
          <a:stretch>
            <a:fillRect/>
          </a:stretch>
        </p:blipFill>
        <p:spPr bwMode="auto">
          <a:xfrm>
            <a:off x="6045199" y="2893736"/>
            <a:ext cx="2868394" cy="20227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996589" y="202385"/>
            <a:ext cx="7017111" cy="576000"/>
          </a:xfrm>
        </p:spPr>
        <p:txBody>
          <a:bodyPr/>
          <a:lstStyle/>
          <a:p>
            <a:pPr algn="l"/>
            <a:r>
              <a:rPr lang="en-IN" sz="3200" b="1" dirty="0"/>
              <a:t>Components of a </a:t>
            </a:r>
            <a:r>
              <a:rPr lang="en-IN" sz="3200" b="1" dirty="0" smtClean="0"/>
              <a:t>Box Plot </a:t>
            </a:r>
            <a:endParaRPr lang="en-IN" sz="3200" b="1" dirty="0"/>
          </a:p>
        </p:txBody>
      </p:sp>
      <p:sp>
        <p:nvSpPr>
          <p:cNvPr id="2" name="TextBox 1"/>
          <p:cNvSpPr txBox="1"/>
          <p:nvPr/>
        </p:nvSpPr>
        <p:spPr>
          <a:xfrm>
            <a:off x="339683" y="1129862"/>
            <a:ext cx="5736817" cy="3570208"/>
          </a:xfrm>
          <a:prstGeom prst="rect">
            <a:avLst/>
          </a:prstGeom>
          <a:noFill/>
        </p:spPr>
        <p:txBody>
          <a:bodyPr wrap="square" rtlCol="0">
            <a:spAutoFit/>
          </a:bodyPr>
          <a:lstStyle/>
          <a:p>
            <a:pPr marL="285750" indent="-285750">
              <a:buClr>
                <a:schemeClr val="bg2">
                  <a:lumMod val="60000"/>
                  <a:lumOff val="40000"/>
                </a:schemeClr>
              </a:buClr>
              <a:buFont typeface="Wingdings" panose="05000000000000000000" pitchFamily="2" charset="2"/>
              <a:buChar char="v"/>
            </a:pPr>
            <a:r>
              <a:rPr lang="en-IN" sz="1800" b="1" dirty="0">
                <a:solidFill>
                  <a:schemeClr val="dk2"/>
                </a:solidFill>
                <a:latin typeface="Arial Rounded MT Bold" panose="020F0704030504030204" pitchFamily="34" charset="0"/>
                <a:ea typeface="Inter" panose="02000503000000020004"/>
                <a:cs typeface="Inter" panose="02000503000000020004"/>
              </a:rPr>
              <a:t>Whiskers: </a:t>
            </a:r>
            <a:r>
              <a:rPr lang="en-IN" sz="1600" dirty="0">
                <a:solidFill>
                  <a:schemeClr val="tx1"/>
                </a:solidFill>
                <a:latin typeface="Cambria" panose="02040503050406030204" pitchFamily="18" charset="0"/>
                <a:ea typeface="Cambria" panose="02040503050406030204" pitchFamily="18" charset="0"/>
                <a:cs typeface="Inter" panose="02000503000000020004"/>
              </a:rPr>
              <a:t>The lines extending from the box, representing the range of the data. They stretch from the first quartile </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and </a:t>
            </a:r>
            <a:r>
              <a:rPr lang="en-IN" sz="1600" dirty="0">
                <a:solidFill>
                  <a:schemeClr val="tx1"/>
                </a:solidFill>
                <a:latin typeface="Cambria" panose="02040503050406030204" pitchFamily="18" charset="0"/>
                <a:ea typeface="Cambria" panose="02040503050406030204" pitchFamily="18" charset="0"/>
                <a:cs typeface="Inter" panose="02000503000000020004"/>
              </a:rPr>
              <a:t>third quartile </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 </a:t>
            </a:r>
            <a:r>
              <a:rPr lang="en-IN" sz="1600" dirty="0">
                <a:solidFill>
                  <a:schemeClr val="tx1"/>
                </a:solidFill>
                <a:latin typeface="Cambria" panose="02040503050406030204" pitchFamily="18" charset="0"/>
                <a:ea typeface="Cambria" panose="02040503050406030204" pitchFamily="18" charset="0"/>
                <a:cs typeface="Inter" panose="02000503000000020004"/>
              </a:rPr>
              <a:t>to the minimum and maximum values within a specified range (usually 1.5 times the interquartile range).</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r>
              <a:rPr lang="en-IN" dirty="0"/>
              <a:t> </a:t>
            </a:r>
            <a:endParaRPr lang="en-US" dirty="0"/>
          </a:p>
          <a:p>
            <a:pPr marL="285750" indent="-285750">
              <a:buClr>
                <a:schemeClr val="bg2">
                  <a:lumMod val="60000"/>
                  <a:lumOff val="40000"/>
                </a:schemeClr>
              </a:buClr>
              <a:buFont typeface="Wingdings" panose="05000000000000000000" pitchFamily="2" charset="2"/>
              <a:buChar char="v"/>
            </a:pPr>
            <a:r>
              <a:rPr lang="en-IN" sz="1800" b="1" dirty="0">
                <a:solidFill>
                  <a:schemeClr val="dk2"/>
                </a:solidFill>
                <a:latin typeface="Arial Rounded MT Bold" panose="020F0704030504030204" pitchFamily="34" charset="0"/>
                <a:ea typeface="Inter" panose="02000503000000020004"/>
                <a:cs typeface="Inter" panose="02000503000000020004"/>
              </a:rPr>
              <a:t>Quartiles: </a:t>
            </a:r>
            <a:endParaRPr lang="en-IN" sz="1800" b="1" dirty="0">
              <a:solidFill>
                <a:schemeClr val="dk2"/>
              </a:solidFill>
              <a:latin typeface="Arial Rounded MT Bold" panose="020F0704030504030204" pitchFamily="34" charset="0"/>
              <a:ea typeface="Inter" panose="02000503000000020004"/>
              <a:cs typeface="Inter" panose="02000503000000020004"/>
            </a:endParaRPr>
          </a:p>
          <a:p>
            <a:r>
              <a:rPr lang="en-IN" sz="1600" dirty="0" smtClean="0">
                <a:solidFill>
                  <a:schemeClr val="tx1"/>
                </a:solidFill>
                <a:latin typeface="Cambria" panose="02040503050406030204" pitchFamily="18" charset="0"/>
                <a:ea typeface="Cambria" panose="02040503050406030204" pitchFamily="18" charset="0"/>
                <a:cs typeface="Inter" panose="02000503000000020004"/>
              </a:rPr>
              <a:t>        The </a:t>
            </a:r>
            <a:r>
              <a:rPr lang="en-IN" sz="1600" dirty="0">
                <a:solidFill>
                  <a:schemeClr val="tx1"/>
                </a:solidFill>
                <a:latin typeface="Cambria" panose="02040503050406030204" pitchFamily="18" charset="0"/>
                <a:ea typeface="Cambria" panose="02040503050406030204" pitchFamily="18" charset="0"/>
                <a:cs typeface="Inter" panose="02000503000000020004"/>
              </a:rPr>
              <a:t>data is divided into four equal parts:</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r>
              <a:rPr lang="en-IN" sz="1600" dirty="0" smtClean="0">
                <a:solidFill>
                  <a:schemeClr val="tx1"/>
                </a:solidFill>
                <a:latin typeface="Cambria" panose="02040503050406030204" pitchFamily="18" charset="0"/>
                <a:ea typeface="Cambria" panose="02040503050406030204" pitchFamily="18" charset="0"/>
                <a:cs typeface="Inter" panose="02000503000000020004"/>
              </a:rPr>
              <a:t>        Q1 </a:t>
            </a:r>
            <a:r>
              <a:rPr lang="en-IN" sz="1600" dirty="0">
                <a:solidFill>
                  <a:schemeClr val="tx1"/>
                </a:solidFill>
                <a:latin typeface="Cambria" panose="02040503050406030204" pitchFamily="18" charset="0"/>
                <a:ea typeface="Cambria" panose="02040503050406030204" pitchFamily="18" charset="0"/>
                <a:cs typeface="Inter" panose="02000503000000020004"/>
              </a:rPr>
              <a:t>(First Quartile</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a:t>
            </a:r>
            <a:endParaRPr lang="en-IN" sz="1600" dirty="0" smtClean="0">
              <a:solidFill>
                <a:schemeClr val="tx1"/>
              </a:solidFill>
              <a:latin typeface="Cambria" panose="02040503050406030204" pitchFamily="18" charset="0"/>
              <a:ea typeface="Cambria" panose="02040503050406030204" pitchFamily="18" charset="0"/>
              <a:cs typeface="Inter" panose="02000503000000020004"/>
            </a:endParaRPr>
          </a:p>
          <a:p>
            <a:r>
              <a:rPr lang="en-IN" sz="1600" dirty="0" smtClean="0">
                <a:solidFill>
                  <a:schemeClr val="tx1"/>
                </a:solidFill>
                <a:latin typeface="Cambria" panose="02040503050406030204" pitchFamily="18" charset="0"/>
                <a:ea typeface="Cambria" panose="02040503050406030204" pitchFamily="18" charset="0"/>
                <a:cs typeface="Inter" panose="02000503000000020004"/>
              </a:rPr>
              <a:t>        Q2 </a:t>
            </a:r>
            <a:r>
              <a:rPr lang="en-IN" sz="1600" dirty="0">
                <a:solidFill>
                  <a:schemeClr val="tx1"/>
                </a:solidFill>
                <a:latin typeface="Cambria" panose="02040503050406030204" pitchFamily="18" charset="0"/>
                <a:ea typeface="Cambria" panose="02040503050406030204" pitchFamily="18" charset="0"/>
                <a:cs typeface="Inter" panose="02000503000000020004"/>
              </a:rPr>
              <a:t>(Second Quartile/Median</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a:p>
            <a:r>
              <a:rPr lang="en-IN" sz="1600" dirty="0" smtClean="0">
                <a:solidFill>
                  <a:schemeClr val="tx1"/>
                </a:solidFill>
                <a:latin typeface="Cambria" panose="02040503050406030204" pitchFamily="18" charset="0"/>
                <a:ea typeface="Cambria" panose="02040503050406030204" pitchFamily="18" charset="0"/>
                <a:cs typeface="Inter" panose="02000503000000020004"/>
              </a:rPr>
              <a:t>        Q3 </a:t>
            </a:r>
            <a:r>
              <a:rPr lang="en-IN" sz="1600" dirty="0">
                <a:solidFill>
                  <a:schemeClr val="tx1"/>
                </a:solidFill>
                <a:latin typeface="Cambria" panose="02040503050406030204" pitchFamily="18" charset="0"/>
                <a:ea typeface="Cambria" panose="02040503050406030204" pitchFamily="18" charset="0"/>
                <a:cs typeface="Inter" panose="02000503000000020004"/>
              </a:rPr>
              <a:t>(Third Quartile</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a:t>
            </a:r>
            <a:endParaRPr lang="en-IN" sz="1600" dirty="0" smtClean="0">
              <a:solidFill>
                <a:schemeClr val="tx1"/>
              </a:solidFill>
              <a:latin typeface="Cambria" panose="02040503050406030204" pitchFamily="18" charset="0"/>
              <a:ea typeface="Cambria" panose="02040503050406030204" pitchFamily="18" charset="0"/>
              <a:cs typeface="Inter" panose="02000503000000020004"/>
            </a:endParaRPr>
          </a:p>
          <a:p>
            <a:endParaRPr lang="en-US" dirty="0"/>
          </a:p>
          <a:p>
            <a:pPr marL="285750" indent="-285750">
              <a:buClr>
                <a:schemeClr val="bg2">
                  <a:lumMod val="60000"/>
                  <a:lumOff val="40000"/>
                </a:schemeClr>
              </a:buClr>
              <a:buFont typeface="Wingdings" panose="05000000000000000000" pitchFamily="2" charset="2"/>
              <a:buChar char="v"/>
            </a:pPr>
            <a:r>
              <a:rPr lang="en-IN" sz="1800" b="1" dirty="0">
                <a:solidFill>
                  <a:schemeClr val="dk2"/>
                </a:solidFill>
                <a:latin typeface="Arial Rounded MT Bold" panose="020F0704030504030204" pitchFamily="34" charset="0"/>
                <a:ea typeface="Inter" panose="02000503000000020004"/>
                <a:cs typeface="Inter" panose="02000503000000020004"/>
              </a:rPr>
              <a:t>Outliers: </a:t>
            </a:r>
            <a:r>
              <a:rPr lang="en-IN" sz="1600" dirty="0">
                <a:solidFill>
                  <a:schemeClr val="tx1"/>
                </a:solidFill>
                <a:latin typeface="Cambria" panose="02040503050406030204" pitchFamily="18" charset="0"/>
                <a:ea typeface="Cambria" panose="02040503050406030204" pitchFamily="18" charset="0"/>
                <a:cs typeface="Inter" panose="02000503000000020004"/>
              </a:rPr>
              <a:t>Data points that fall outside the whiskers' </a:t>
            </a:r>
            <a:r>
              <a:rPr lang="en-IN" sz="1600" dirty="0" smtClean="0">
                <a:solidFill>
                  <a:schemeClr val="tx1"/>
                </a:solidFill>
                <a:latin typeface="Cambria" panose="02040503050406030204" pitchFamily="18" charset="0"/>
                <a:ea typeface="Cambria" panose="02040503050406030204" pitchFamily="18" charset="0"/>
                <a:cs typeface="Inter" panose="02000503000000020004"/>
              </a:rPr>
              <a:t>range and are usually </a:t>
            </a:r>
            <a:r>
              <a:rPr lang="en-IN" sz="1600" dirty="0">
                <a:solidFill>
                  <a:schemeClr val="tx1"/>
                </a:solidFill>
                <a:latin typeface="Cambria" panose="02040503050406030204" pitchFamily="18" charset="0"/>
                <a:ea typeface="Cambria" panose="02040503050406030204" pitchFamily="18" charset="0"/>
                <a:cs typeface="Inter" panose="02000503000000020004"/>
              </a:rPr>
              <a:t>defined as points that are more than 1.5 times the interquartile range (IQR) away from Q1 or Q3</a:t>
            </a:r>
            <a:endParaRPr lang="en-US" sz="1600" dirty="0">
              <a:solidFill>
                <a:schemeClr val="tx1"/>
              </a:solidFill>
              <a:latin typeface="Cambria" panose="02040503050406030204" pitchFamily="18" charset="0"/>
              <a:ea typeface="Cambria" panose="02040503050406030204" pitchFamily="18" charset="0"/>
              <a:cs typeface="Inter" panose="02000503000000020004"/>
            </a:endParaRPr>
          </a:p>
        </p:txBody>
      </p:sp>
      <p:sp>
        <p:nvSpPr>
          <p:cNvPr id="14" name="Google Shape;256;p24"/>
          <p:cNvSpPr/>
          <p:nvPr/>
        </p:nvSpPr>
        <p:spPr>
          <a:xfrm flipV="1">
            <a:off x="1101780" y="835803"/>
            <a:ext cx="4974720"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pic>
        <p:nvPicPr>
          <p:cNvPr id="16" name="Picture 2" descr="Box Plots: Detect and remove outliers from distribution | by Akash Mishra |  Mediu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45100" y="2252321"/>
            <a:ext cx="3735938" cy="15957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1900" y="246250"/>
            <a:ext cx="7433400" cy="576000"/>
          </a:xfrm>
        </p:spPr>
        <p:txBody>
          <a:bodyPr/>
          <a:lstStyle/>
          <a:p>
            <a:r>
              <a:rPr lang="en-IN" sz="3200" b="1" dirty="0"/>
              <a:t>Key </a:t>
            </a:r>
            <a:r>
              <a:rPr lang="en-IN" sz="3200" b="1" dirty="0" smtClean="0"/>
              <a:t>Features</a:t>
            </a:r>
            <a:endParaRPr lang="en-IN" sz="3200" b="1" dirty="0"/>
          </a:p>
        </p:txBody>
      </p:sp>
      <p:sp>
        <p:nvSpPr>
          <p:cNvPr id="2" name="TextBox 1"/>
          <p:cNvSpPr txBox="1"/>
          <p:nvPr/>
        </p:nvSpPr>
        <p:spPr>
          <a:xfrm>
            <a:off x="390525" y="1060495"/>
            <a:ext cx="5756273" cy="3939540"/>
          </a:xfrm>
          <a:prstGeom prst="rect">
            <a:avLst/>
          </a:prstGeom>
          <a:noFill/>
        </p:spPr>
        <p:txBody>
          <a:bodyPr wrap="square" rtlCol="0">
            <a:spAutoFit/>
          </a:bodyPr>
          <a:lstStyle/>
          <a:p>
            <a:r>
              <a:rPr lang="en-IN" sz="2000" b="1" dirty="0">
                <a:solidFill>
                  <a:schemeClr val="dk2"/>
                </a:solidFill>
                <a:latin typeface="Arial Rounded MT Bold" panose="020F0704030504030204" pitchFamily="34" charset="0"/>
                <a:ea typeface="Inter" panose="02000503000000020004"/>
                <a:cs typeface="Inter" panose="02000503000000020004"/>
              </a:rPr>
              <a:t>The Box: </a:t>
            </a:r>
            <a:r>
              <a:rPr lang="en-IN" sz="1800" dirty="0">
                <a:solidFill>
                  <a:schemeClr val="tx1"/>
                </a:solidFill>
                <a:latin typeface="Cambria" panose="02040503050406030204" pitchFamily="18" charset="0"/>
                <a:ea typeface="Cambria" panose="02040503050406030204" pitchFamily="18" charset="0"/>
                <a:cs typeface="Inter" panose="02000503000000020004"/>
              </a:rPr>
              <a:t>The interquartile range (IQR), representing the middle 50% of the data (from Q1 to Q3), is shown as a box.</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IN" sz="1800" dirty="0">
                <a:solidFill>
                  <a:schemeClr val="tx1"/>
                </a:solidFill>
                <a:latin typeface="Cambria" panose="02040503050406030204" pitchFamily="18" charset="0"/>
                <a:ea typeface="Cambria" panose="02040503050406030204" pitchFamily="18" charset="0"/>
                <a:cs typeface="Inter" panose="02000503000000020004"/>
              </a:rPr>
              <a:t>The length of the box indicates the variability of the data (larger box = higher variability).</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IN" dirty="0"/>
              <a:t> </a:t>
            </a:r>
            <a:endParaRPr lang="en-US" dirty="0" smtClean="0"/>
          </a:p>
          <a:p>
            <a:r>
              <a:rPr lang="en-IN" sz="2000" b="1" dirty="0">
                <a:solidFill>
                  <a:schemeClr val="dk2"/>
                </a:solidFill>
                <a:latin typeface="Arial Rounded MT Bold" panose="020F0704030504030204" pitchFamily="34" charset="0"/>
                <a:ea typeface="Inter" panose="02000503000000020004"/>
                <a:cs typeface="Inter" panose="02000503000000020004"/>
              </a:rPr>
              <a:t>The Whiskers: </a:t>
            </a:r>
            <a:r>
              <a:rPr lang="en-IN" sz="1800" dirty="0">
                <a:solidFill>
                  <a:schemeClr val="tx1"/>
                </a:solidFill>
                <a:latin typeface="Cambria" panose="02040503050406030204" pitchFamily="18" charset="0"/>
                <a:ea typeface="Cambria" panose="02040503050406030204" pitchFamily="18" charset="0"/>
                <a:cs typeface="Inter" panose="02000503000000020004"/>
              </a:rPr>
              <a:t>The lines extending from the box represent the spread of data points beyond the quartiles. The length of the whiskers gives insight into how spread out the data is.</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IN" dirty="0"/>
              <a:t> </a:t>
            </a:r>
            <a:endParaRPr lang="en-US" dirty="0"/>
          </a:p>
          <a:p>
            <a:r>
              <a:rPr lang="en-IN" sz="2000" b="1" dirty="0">
                <a:solidFill>
                  <a:schemeClr val="dk2"/>
                </a:solidFill>
                <a:latin typeface="Arial Rounded MT Bold" panose="020F0704030504030204" pitchFamily="34" charset="0"/>
                <a:ea typeface="Inter" panose="02000503000000020004"/>
                <a:cs typeface="Inter" panose="02000503000000020004"/>
              </a:rPr>
              <a:t>The Median Line: </a:t>
            </a:r>
            <a:r>
              <a:rPr lang="en-IN" sz="1800" dirty="0">
                <a:solidFill>
                  <a:schemeClr val="tx1"/>
                </a:solidFill>
                <a:latin typeface="Cambria" panose="02040503050406030204" pitchFamily="18" charset="0"/>
                <a:ea typeface="Cambria" panose="02040503050406030204" pitchFamily="18" charset="0"/>
                <a:cs typeface="Inter" panose="02000503000000020004"/>
              </a:rPr>
              <a:t>A line inside the box represents the median (Q2), which divides the data into two equal halves.</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p:txBody>
      </p:sp>
      <p:pic>
        <p:nvPicPr>
          <p:cNvPr id="6" name="Picture 5"/>
          <p:cNvPicPr/>
          <p:nvPr/>
        </p:nvPicPr>
        <p:blipFill>
          <a:blip r:embed="rId1">
            <a:extLst>
              <a:ext uri="{28A0092B-C50C-407E-A947-70E740481C1C}">
                <a14:useLocalDpi xmlns:a14="http://schemas.microsoft.com/office/drawing/2010/main" val="0"/>
              </a:ext>
            </a:extLst>
          </a:blip>
          <a:stretch>
            <a:fillRect/>
          </a:stretch>
        </p:blipFill>
        <p:spPr>
          <a:xfrm>
            <a:off x="6096001" y="1661102"/>
            <a:ext cx="2897908" cy="2352097"/>
          </a:xfrm>
          <a:prstGeom prst="rect">
            <a:avLst/>
          </a:prstGeom>
        </p:spPr>
      </p:pic>
      <p:sp>
        <p:nvSpPr>
          <p:cNvPr id="7" name="Google Shape;256;p24"/>
          <p:cNvSpPr/>
          <p:nvPr/>
        </p:nvSpPr>
        <p:spPr>
          <a:xfrm flipV="1">
            <a:off x="720696" y="886608"/>
            <a:ext cx="2446352"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05712" y="403028"/>
            <a:ext cx="7244488" cy="576000"/>
          </a:xfrm>
        </p:spPr>
        <p:txBody>
          <a:bodyPr/>
          <a:lstStyle/>
          <a:p>
            <a:r>
              <a:rPr lang="en-IN" sz="3200" b="1" dirty="0" smtClean="0"/>
              <a:t>Advantages of Box Plot</a:t>
            </a:r>
            <a:endParaRPr lang="en-US" sz="3200" b="1" dirty="0"/>
          </a:p>
        </p:txBody>
      </p:sp>
      <p:sp>
        <p:nvSpPr>
          <p:cNvPr id="2" name="TextBox 1"/>
          <p:cNvSpPr txBox="1"/>
          <p:nvPr/>
        </p:nvSpPr>
        <p:spPr>
          <a:xfrm>
            <a:off x="390524" y="1206818"/>
            <a:ext cx="8435975" cy="4031873"/>
          </a:xfrm>
          <a:prstGeom prst="rect">
            <a:avLst/>
          </a:prstGeom>
          <a:noFill/>
        </p:spPr>
        <p:txBody>
          <a:bodyPr wrap="square" rtlCol="0" anchor="ctr">
            <a:spAutoFit/>
          </a:bodyPr>
          <a:lstStyle/>
          <a:p>
            <a:endParaRPr lang="en-IN" sz="2000" b="1" dirty="0">
              <a:solidFill>
                <a:schemeClr val="dk2"/>
              </a:solidFill>
              <a:latin typeface="Arial Rounded MT Bold" panose="020F0704030504030204" pitchFamily="34" charset="0"/>
              <a:ea typeface="Inter" panose="02000503000000020004"/>
              <a:cs typeface="Inter" panose="02000503000000020004"/>
            </a:endParaRPr>
          </a:p>
          <a:p>
            <a:pPr marL="342900" indent="-342900">
              <a:buClr>
                <a:schemeClr val="bg2">
                  <a:lumMod val="60000"/>
                  <a:lumOff val="40000"/>
                </a:schemeClr>
              </a:buClr>
              <a:buFont typeface="Wingdings" panose="05000000000000000000" pitchFamily="2" charset="2"/>
              <a:buChar char="v"/>
            </a:pPr>
            <a:r>
              <a:rPr lang="en-IN" sz="2000" b="1" dirty="0">
                <a:solidFill>
                  <a:schemeClr val="dk2"/>
                </a:solidFill>
                <a:latin typeface="Arial Rounded MT Bold" panose="020F0704030504030204" pitchFamily="34" charset="0"/>
                <a:ea typeface="Inter" panose="02000503000000020004"/>
                <a:cs typeface="Inter" panose="02000503000000020004"/>
              </a:rPr>
              <a:t>Quick Overview: </a:t>
            </a:r>
            <a:r>
              <a:rPr lang="en-IN" sz="2000" dirty="0">
                <a:solidFill>
                  <a:schemeClr val="tx1"/>
                </a:solidFill>
                <a:latin typeface="Cambria" panose="02040503050406030204" pitchFamily="18" charset="0"/>
                <a:ea typeface="Cambria" panose="02040503050406030204" pitchFamily="18" charset="0"/>
                <a:cs typeface="Inter" panose="02000503000000020004"/>
              </a:rPr>
              <a:t>Box plots provide a clear summary of the data distribution</a:t>
            </a:r>
            <a:r>
              <a:rPr lang="en-IN" sz="2000" dirty="0" smtClean="0">
                <a:solidFill>
                  <a:schemeClr val="tx1"/>
                </a:solidFill>
                <a:latin typeface="Cambria" panose="02040503050406030204" pitchFamily="18" charset="0"/>
                <a:ea typeface="Cambria" panose="02040503050406030204" pitchFamily="18" charset="0"/>
                <a:cs typeface="Inter" panose="02000503000000020004"/>
              </a:rPr>
              <a:t>.</a:t>
            </a:r>
            <a:endParaRPr lang="en-IN" sz="2000" dirty="0" smtClean="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r>
              <a:rPr lang="en-IN" sz="2000" b="1" dirty="0" smtClean="0">
                <a:solidFill>
                  <a:schemeClr val="dk2"/>
                </a:solidFill>
                <a:latin typeface="Arial Rounded MT Bold" panose="020F0704030504030204" pitchFamily="34" charset="0"/>
                <a:ea typeface="Inter" panose="02000503000000020004"/>
                <a:cs typeface="Inter" panose="02000503000000020004"/>
              </a:rPr>
              <a:t>Comparison</a:t>
            </a:r>
            <a:r>
              <a:rPr lang="en-IN" sz="2000" b="1" dirty="0">
                <a:solidFill>
                  <a:schemeClr val="dk2"/>
                </a:solidFill>
                <a:latin typeface="Arial Rounded MT Bold" panose="020F0704030504030204" pitchFamily="34" charset="0"/>
                <a:ea typeface="Inter" panose="02000503000000020004"/>
                <a:cs typeface="Inter" panose="02000503000000020004"/>
              </a:rPr>
              <a:t>: </a:t>
            </a:r>
            <a:r>
              <a:rPr lang="en-IN" sz="2000" dirty="0">
                <a:solidFill>
                  <a:schemeClr val="tx1"/>
                </a:solidFill>
                <a:latin typeface="Cambria" panose="02040503050406030204" pitchFamily="18" charset="0"/>
                <a:ea typeface="Cambria" panose="02040503050406030204" pitchFamily="18" charset="0"/>
                <a:cs typeface="Inter" panose="02000503000000020004"/>
              </a:rPr>
              <a:t>They allow easy side-by-side comparison of multiple datasets or </a:t>
            </a:r>
            <a:r>
              <a:rPr lang="en-IN" sz="2000" dirty="0" smtClean="0">
                <a:solidFill>
                  <a:schemeClr val="tx1"/>
                </a:solidFill>
                <a:latin typeface="Cambria" panose="02040503050406030204" pitchFamily="18" charset="0"/>
                <a:ea typeface="Cambria" panose="02040503050406030204" pitchFamily="18" charset="0"/>
                <a:cs typeface="Inter" panose="02000503000000020004"/>
              </a:rPr>
              <a:t>groups.</a:t>
            </a:r>
            <a:endParaRPr lang="en-IN" sz="2000" dirty="0" smtClean="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r>
              <a:rPr lang="en-IN" sz="2000" b="1" dirty="0">
                <a:solidFill>
                  <a:schemeClr val="dk2"/>
                </a:solidFill>
                <a:latin typeface="Arial Rounded MT Bold" panose="020F0704030504030204" pitchFamily="34" charset="0"/>
                <a:ea typeface="Inter" panose="02000503000000020004"/>
                <a:cs typeface="Inter" panose="02000503000000020004"/>
              </a:rPr>
              <a:t>Outlier Detection: </a:t>
            </a:r>
            <a:r>
              <a:rPr lang="en-IN" sz="2000" dirty="0">
                <a:solidFill>
                  <a:schemeClr val="tx1"/>
                </a:solidFill>
                <a:latin typeface="Cambria" panose="02040503050406030204" pitchFamily="18" charset="0"/>
                <a:ea typeface="Cambria" panose="02040503050406030204" pitchFamily="18" charset="0"/>
                <a:cs typeface="Inter" panose="02000503000000020004"/>
              </a:rPr>
              <a:t>Box plots make it easy to identify outliers</a:t>
            </a:r>
            <a:r>
              <a:rPr lang="en-IN" sz="2000" dirty="0" smtClean="0">
                <a:solidFill>
                  <a:schemeClr val="tx1"/>
                </a:solidFill>
                <a:latin typeface="Cambria" panose="02040503050406030204" pitchFamily="18" charset="0"/>
                <a:ea typeface="Cambria" panose="02040503050406030204" pitchFamily="18" charset="0"/>
                <a:cs typeface="Inter" panose="02000503000000020004"/>
              </a:rPr>
              <a:t>.</a:t>
            </a:r>
            <a:endParaRPr lang="en-IN" sz="2000" dirty="0" smtClean="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Clr>
                <a:schemeClr val="bg2">
                  <a:lumMod val="60000"/>
                  <a:lumOff val="40000"/>
                </a:schemeClr>
              </a:buClr>
              <a:buFont typeface="Wingdings" panose="05000000000000000000" pitchFamily="2" charset="2"/>
              <a:buChar char="v"/>
            </a:pPr>
            <a:r>
              <a:rPr lang="en-IN" sz="2000" b="1" dirty="0">
                <a:solidFill>
                  <a:schemeClr val="dk2"/>
                </a:solidFill>
                <a:latin typeface="Arial Rounded MT Bold" panose="020F0704030504030204" pitchFamily="34" charset="0"/>
                <a:ea typeface="Inter" panose="02000503000000020004"/>
                <a:cs typeface="Inter" panose="02000503000000020004"/>
              </a:rPr>
              <a:t>Robust: </a:t>
            </a:r>
            <a:r>
              <a:rPr lang="en-IN" sz="2000" dirty="0">
                <a:solidFill>
                  <a:schemeClr val="tx1"/>
                </a:solidFill>
                <a:latin typeface="Cambria" panose="02040503050406030204" pitchFamily="18" charset="0"/>
                <a:ea typeface="Cambria" panose="02040503050406030204" pitchFamily="18" charset="0"/>
                <a:cs typeface="Inter" panose="02000503000000020004"/>
              </a:rPr>
              <a:t>They are not affected by extreme values or skewed distributions, as they focus on quartiles.</a:t>
            </a: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endParaRPr lang="en-US" sz="1800" dirty="0"/>
          </a:p>
          <a:p>
            <a:endParaRPr lang="en-US" sz="1800" dirty="0">
              <a:solidFill>
                <a:schemeClr val="tx1"/>
              </a:solidFill>
              <a:latin typeface="Cambria" panose="02040503050406030204" pitchFamily="18" charset="0"/>
              <a:ea typeface="Cambria" panose="02040503050406030204" pitchFamily="18" charset="0"/>
              <a:cs typeface="Inter" panose="02000503000000020004"/>
            </a:endParaRPr>
          </a:p>
        </p:txBody>
      </p:sp>
      <p:sp>
        <p:nvSpPr>
          <p:cNvPr id="7" name="Google Shape;256;p24"/>
          <p:cNvSpPr/>
          <p:nvPr/>
        </p:nvSpPr>
        <p:spPr>
          <a:xfrm flipV="1">
            <a:off x="754048" y="1039470"/>
            <a:ext cx="4338652"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1126836" y="116939"/>
            <a:ext cx="6848763" cy="576000"/>
          </a:xfrm>
        </p:spPr>
        <p:txBody>
          <a:bodyPr/>
          <a:lstStyle/>
          <a:p>
            <a:r>
              <a:rPr lang="en-IN" sz="2800" b="1" dirty="0"/>
              <a:t>Real-Life Applications of </a:t>
            </a:r>
            <a:r>
              <a:rPr lang="en-IN" sz="2800" b="1" dirty="0" smtClean="0"/>
              <a:t>Box Plot</a:t>
            </a:r>
            <a:endParaRPr lang="en-IN" sz="2800" dirty="0"/>
          </a:p>
        </p:txBody>
      </p:sp>
      <p:sp>
        <p:nvSpPr>
          <p:cNvPr id="3" name="TextBox 2"/>
          <p:cNvSpPr txBox="1"/>
          <p:nvPr/>
        </p:nvSpPr>
        <p:spPr>
          <a:xfrm>
            <a:off x="586208" y="727280"/>
            <a:ext cx="8009938" cy="4370427"/>
          </a:xfrm>
          <a:prstGeom prst="rect">
            <a:avLst/>
          </a:prstGeom>
          <a:noFill/>
        </p:spPr>
        <p:txBody>
          <a:bodyPr wrap="square" rtlCol="0">
            <a:spAutoFit/>
          </a:bodyPr>
          <a:lstStyle/>
          <a:p>
            <a:pPr>
              <a:buClr>
                <a:schemeClr val="bg2">
                  <a:lumMod val="75000"/>
                </a:schemeClr>
              </a:buClr>
            </a:pPr>
            <a:r>
              <a:rPr lang="en-US" sz="2000" b="1" dirty="0" smtClean="0">
                <a:solidFill>
                  <a:schemeClr val="dk2"/>
                </a:solidFill>
                <a:latin typeface="Arial Rounded MT Bold" panose="020F0704030504030204" pitchFamily="34" charset="0"/>
                <a:ea typeface="Inter" panose="02000503000000020004"/>
                <a:cs typeface="Inter" panose="02000503000000020004"/>
              </a:rPr>
              <a:t>1. In </a:t>
            </a:r>
            <a:r>
              <a:rPr lang="en-US" sz="2000" b="1" dirty="0">
                <a:solidFill>
                  <a:schemeClr val="dk2"/>
                </a:solidFill>
                <a:latin typeface="Arial Rounded MT Bold" panose="020F0704030504030204" pitchFamily="34" charset="0"/>
                <a:ea typeface="Inter" panose="02000503000000020004"/>
                <a:cs typeface="Inter" panose="02000503000000020004"/>
              </a:rPr>
              <a:t>Business: </a:t>
            </a:r>
            <a:r>
              <a:rPr lang="en-US" sz="1800" dirty="0">
                <a:solidFill>
                  <a:schemeClr val="tx1"/>
                </a:solidFill>
                <a:latin typeface="Cambria" panose="02040503050406030204" pitchFamily="18" charset="0"/>
                <a:ea typeface="Cambria" panose="02040503050406030204" pitchFamily="18" charset="0"/>
                <a:cs typeface="Inter" panose="02000503000000020004"/>
              </a:rPr>
              <a:t>To analyze the distribution of total sales across stores and identify any outliers</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a:t>
            </a:r>
            <a:endParaRPr lang="en-US" sz="1800" dirty="0" smtClean="0">
              <a:solidFill>
                <a:schemeClr val="tx1"/>
              </a:solidFill>
              <a:latin typeface="Cambria" panose="02040503050406030204" pitchFamily="18" charset="0"/>
              <a:ea typeface="Cambria" panose="02040503050406030204" pitchFamily="18" charset="0"/>
              <a:cs typeface="Inter" panose="02000503000000020004"/>
            </a:endParaRPr>
          </a:p>
          <a:p>
            <a:pPr marL="342900" indent="-342900">
              <a:buAutoNum type="arabicPeriod"/>
            </a:pP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2000" b="1" dirty="0">
                <a:solidFill>
                  <a:schemeClr val="dk2"/>
                </a:solidFill>
                <a:latin typeface="Arial Rounded MT Bold" panose="020F0704030504030204" pitchFamily="34" charset="0"/>
                <a:ea typeface="Inter" panose="02000503000000020004"/>
                <a:cs typeface="Inter" panose="02000503000000020004"/>
              </a:rPr>
              <a:t>Dataset:</a:t>
            </a:r>
            <a:r>
              <a:rPr lang="en-US" sz="2000" dirty="0">
                <a:solidFill>
                  <a:schemeClr val="dk2"/>
                </a:solidFill>
                <a:latin typeface="Arial Rounded MT Bold" panose="020F0704030504030204" pitchFamily="34" charset="0"/>
                <a:ea typeface="Inter" panose="02000503000000020004"/>
                <a:cs typeface="Inter" panose="02000503000000020004"/>
              </a:rPr>
              <a:t> </a:t>
            </a:r>
            <a:r>
              <a:rPr lang="en-US" sz="1800" dirty="0">
                <a:solidFill>
                  <a:schemeClr val="tx1"/>
                </a:solidFill>
                <a:latin typeface="Cambria" panose="02040503050406030204" pitchFamily="18" charset="0"/>
                <a:ea typeface="Cambria" panose="02040503050406030204" pitchFamily="18" charset="0"/>
                <a:cs typeface="Inter" panose="02000503000000020004"/>
              </a:rPr>
              <a:t>220, 250, 280, 300, 330, 340, 360, 400, 420, 450, 460, 500, 520, 550, 560, 600, 620, 640, 660, 680, 700, 750, 800, 820, 850, 880, 900, 950, 1000, </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1200</a:t>
            </a:r>
            <a:endParaRPr lang="en-US" sz="1800" dirty="0" smtClean="0">
              <a:solidFill>
                <a:schemeClr val="tx1"/>
              </a:solidFill>
              <a:latin typeface="Cambria" panose="02040503050406030204" pitchFamily="18" charset="0"/>
              <a:ea typeface="Cambria" panose="02040503050406030204" pitchFamily="18" charset="0"/>
              <a:cs typeface="Inter" panose="02000503000000020004"/>
            </a:endParaRPr>
          </a:p>
          <a:p>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2000" b="1" dirty="0">
                <a:solidFill>
                  <a:schemeClr val="dk2"/>
                </a:solidFill>
                <a:latin typeface="Arial Rounded MT Bold" panose="020F0704030504030204" pitchFamily="34" charset="0"/>
                <a:ea typeface="Inter" panose="02000503000000020004"/>
                <a:cs typeface="Inter" panose="02000503000000020004"/>
              </a:rPr>
              <a:t>Step 1: Arrange the Data</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r>
              <a:rPr lang="en-US" sz="1800" dirty="0">
                <a:solidFill>
                  <a:schemeClr val="tx1"/>
                </a:solidFill>
                <a:latin typeface="Cambria" panose="02040503050406030204" pitchFamily="18" charset="0"/>
                <a:ea typeface="Cambria" panose="02040503050406030204" pitchFamily="18" charset="0"/>
                <a:cs typeface="Inter" panose="02000503000000020004"/>
              </a:rPr>
              <a:t>Arrange the data in it ascending order</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a:t>
            </a:r>
            <a:endParaRPr lang="en-US" sz="1800" dirty="0" smtClean="0">
              <a:solidFill>
                <a:schemeClr val="tx1"/>
              </a:solidFill>
              <a:latin typeface="Cambria" panose="02040503050406030204" pitchFamily="18" charset="0"/>
              <a:ea typeface="Cambria" panose="02040503050406030204" pitchFamily="18" charset="0"/>
              <a:cs typeface="Inter" panose="02000503000000020004"/>
            </a:endParaRPr>
          </a:p>
          <a:p>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2000" b="1" dirty="0">
                <a:solidFill>
                  <a:schemeClr val="dk2"/>
                </a:solidFill>
                <a:latin typeface="Arial Rounded MT Bold" panose="020F0704030504030204" pitchFamily="34" charset="0"/>
                <a:ea typeface="Inter" panose="02000503000000020004"/>
                <a:cs typeface="Inter" panose="02000503000000020004"/>
              </a:rPr>
              <a:t>Step 2: Calculate Key Statistics for the Box Plot</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Minimum (Q0): </a:t>
            </a:r>
            <a:r>
              <a:rPr lang="en-US" sz="1800" dirty="0">
                <a:solidFill>
                  <a:schemeClr val="tx1"/>
                </a:solidFill>
                <a:latin typeface="Cambria" panose="02040503050406030204" pitchFamily="18" charset="0"/>
                <a:ea typeface="Cambria" panose="02040503050406030204" pitchFamily="18" charset="0"/>
                <a:cs typeface="Inter" panose="02000503000000020004"/>
              </a:rPr>
              <a:t>220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First Quartile (Q1): </a:t>
            </a:r>
            <a:r>
              <a:rPr lang="en-US" sz="1800" dirty="0">
                <a:solidFill>
                  <a:schemeClr val="tx1"/>
                </a:solidFill>
                <a:latin typeface="Cambria" panose="02040503050406030204" pitchFamily="18" charset="0"/>
                <a:ea typeface="Cambria" panose="02040503050406030204" pitchFamily="18" charset="0"/>
                <a:cs typeface="Inter" panose="02000503000000020004"/>
              </a:rPr>
              <a:t>340 </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Median (Q2): </a:t>
            </a:r>
            <a:r>
              <a:rPr lang="en-US" sz="1800" dirty="0">
                <a:solidFill>
                  <a:schemeClr val="tx1"/>
                </a:solidFill>
                <a:latin typeface="Cambria" panose="02040503050406030204" pitchFamily="18" charset="0"/>
                <a:ea typeface="Cambria" panose="02040503050406030204" pitchFamily="18" charset="0"/>
                <a:cs typeface="Inter" panose="02000503000000020004"/>
              </a:rPr>
              <a:t>560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Third Quartile (Q3):</a:t>
            </a:r>
            <a:r>
              <a:rPr lang="en-US" sz="1800" dirty="0">
                <a:solidFill>
                  <a:schemeClr val="tx1"/>
                </a:solidFill>
                <a:latin typeface="Cambria" panose="02040503050406030204" pitchFamily="18" charset="0"/>
                <a:ea typeface="Cambria" panose="02040503050406030204" pitchFamily="18" charset="0"/>
                <a:cs typeface="Inter" panose="02000503000000020004"/>
              </a:rPr>
              <a:t> 800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Maximum (Q4): </a:t>
            </a:r>
            <a:r>
              <a:rPr lang="en-US" sz="1800" dirty="0">
                <a:solidFill>
                  <a:schemeClr val="tx1"/>
                </a:solidFill>
                <a:latin typeface="Cambria" panose="02040503050406030204" pitchFamily="18" charset="0"/>
                <a:ea typeface="Cambria" panose="02040503050406030204" pitchFamily="18" charset="0"/>
                <a:cs typeface="Inter" panose="02000503000000020004"/>
              </a:rPr>
              <a:t>1200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p:txBody>
      </p:sp>
      <p:sp>
        <p:nvSpPr>
          <p:cNvPr id="16" name="Google Shape;256;p24"/>
          <p:cNvSpPr/>
          <p:nvPr/>
        </p:nvSpPr>
        <p:spPr>
          <a:xfrm>
            <a:off x="1799937" y="695457"/>
            <a:ext cx="5515263"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941814" y="345539"/>
            <a:ext cx="7046486" cy="576000"/>
          </a:xfrm>
        </p:spPr>
        <p:txBody>
          <a:bodyPr/>
          <a:lstStyle/>
          <a:p>
            <a:r>
              <a:rPr lang="en-IN" sz="2800" b="1" dirty="0"/>
              <a:t>Real-Life Applications of </a:t>
            </a:r>
            <a:r>
              <a:rPr lang="en-IN" sz="2800" b="1" dirty="0" smtClean="0"/>
              <a:t>Box Plot</a:t>
            </a:r>
            <a:endParaRPr lang="en-IN" sz="2800" dirty="0"/>
          </a:p>
        </p:txBody>
      </p:sp>
      <p:sp>
        <p:nvSpPr>
          <p:cNvPr id="3" name="TextBox 2"/>
          <p:cNvSpPr txBox="1"/>
          <p:nvPr/>
        </p:nvSpPr>
        <p:spPr>
          <a:xfrm>
            <a:off x="750200" y="1416050"/>
            <a:ext cx="3542400" cy="2616101"/>
          </a:xfrm>
          <a:prstGeom prst="rect">
            <a:avLst/>
          </a:prstGeom>
          <a:noFill/>
        </p:spPr>
        <p:txBody>
          <a:bodyPr wrap="square" rtlCol="0">
            <a:spAutoFit/>
          </a:bodyPr>
          <a:lstStyle/>
          <a:p>
            <a:endParaRPr lang="en-US" sz="1800" dirty="0"/>
          </a:p>
          <a:p>
            <a:r>
              <a:rPr lang="en-US" sz="2000" b="1" dirty="0">
                <a:solidFill>
                  <a:schemeClr val="dk2"/>
                </a:solidFill>
                <a:latin typeface="Arial Rounded MT Bold" panose="020F0704030504030204" pitchFamily="34" charset="0"/>
                <a:ea typeface="Inter" panose="02000503000000020004"/>
                <a:cs typeface="Inter" panose="02000503000000020004"/>
              </a:rPr>
              <a:t>Step 3: Plot the Box Plot</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r>
              <a:rPr lang="en-US" sz="1800" dirty="0">
                <a:solidFill>
                  <a:schemeClr val="tx1"/>
                </a:solidFill>
                <a:latin typeface="Cambria" panose="02040503050406030204" pitchFamily="18" charset="0"/>
                <a:ea typeface="Cambria" panose="02040503050406030204" pitchFamily="18" charset="0"/>
                <a:cs typeface="Inter" panose="02000503000000020004"/>
              </a:rPr>
              <a:t>The box plot will include:</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Minimum: </a:t>
            </a:r>
            <a:r>
              <a:rPr lang="en-US" sz="1800" dirty="0">
                <a:solidFill>
                  <a:schemeClr val="tx1"/>
                </a:solidFill>
                <a:latin typeface="Cambria" panose="02040503050406030204" pitchFamily="18" charset="0"/>
                <a:ea typeface="Cambria" panose="02040503050406030204" pitchFamily="18" charset="0"/>
                <a:cs typeface="Inter" panose="02000503000000020004"/>
              </a:rPr>
              <a:t>220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smtClean="0">
                <a:solidFill>
                  <a:schemeClr val="tx1"/>
                </a:solidFill>
                <a:latin typeface="Cambria" panose="02040503050406030204" pitchFamily="18" charset="0"/>
                <a:ea typeface="Cambria" panose="02040503050406030204" pitchFamily="18" charset="0"/>
                <a:cs typeface="Inter" panose="02000503000000020004"/>
              </a:rPr>
              <a:t>Q1: </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340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Median </a:t>
            </a:r>
            <a:r>
              <a:rPr lang="en-US" sz="1800" b="1" dirty="0" smtClean="0">
                <a:solidFill>
                  <a:schemeClr val="tx1"/>
                </a:solidFill>
                <a:latin typeface="Cambria" panose="02040503050406030204" pitchFamily="18" charset="0"/>
                <a:ea typeface="Cambria" panose="02040503050406030204" pitchFamily="18" charset="0"/>
                <a:cs typeface="Inter" panose="02000503000000020004"/>
              </a:rPr>
              <a:t>: </a:t>
            </a:r>
            <a:r>
              <a:rPr lang="en-US" sz="1800" dirty="0">
                <a:solidFill>
                  <a:schemeClr val="tx1"/>
                </a:solidFill>
                <a:latin typeface="Cambria" panose="02040503050406030204" pitchFamily="18" charset="0"/>
                <a:ea typeface="Cambria" panose="02040503050406030204" pitchFamily="18" charset="0"/>
                <a:cs typeface="Inter" panose="02000503000000020004"/>
              </a:rPr>
              <a:t>560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smtClean="0">
                <a:solidFill>
                  <a:schemeClr val="tx1"/>
                </a:solidFill>
                <a:latin typeface="Cambria" panose="02040503050406030204" pitchFamily="18" charset="0"/>
                <a:ea typeface="Cambria" panose="02040503050406030204" pitchFamily="18" charset="0"/>
                <a:cs typeface="Inter" panose="02000503000000020004"/>
              </a:rPr>
              <a:t>Q3: </a:t>
            </a:r>
            <a:r>
              <a:rPr lang="en-US" sz="1800" dirty="0" smtClean="0">
                <a:solidFill>
                  <a:schemeClr val="tx1"/>
                </a:solidFill>
                <a:latin typeface="Cambria" panose="02040503050406030204" pitchFamily="18" charset="0"/>
                <a:ea typeface="Cambria" panose="02040503050406030204" pitchFamily="18" charset="0"/>
                <a:cs typeface="Inter" panose="02000503000000020004"/>
              </a:rPr>
              <a:t>800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Maximum: </a:t>
            </a:r>
            <a:r>
              <a:rPr lang="en-US" sz="1800" dirty="0">
                <a:solidFill>
                  <a:schemeClr val="tx1"/>
                </a:solidFill>
                <a:latin typeface="Cambria" panose="02040503050406030204" pitchFamily="18" charset="0"/>
                <a:ea typeface="Cambria" panose="02040503050406030204" pitchFamily="18" charset="0"/>
                <a:cs typeface="Inter" panose="02000503000000020004"/>
              </a:rPr>
              <a:t>1200</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endParaRPr lang="en-US" sz="1800" dirty="0"/>
          </a:p>
        </p:txBody>
      </p:sp>
      <p:sp>
        <p:nvSpPr>
          <p:cNvPr id="16" name="Google Shape;256;p24"/>
          <p:cNvSpPr/>
          <p:nvPr/>
        </p:nvSpPr>
        <p:spPr>
          <a:xfrm>
            <a:off x="1698337" y="936757"/>
            <a:ext cx="5515263"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pic>
        <p:nvPicPr>
          <p:cNvPr id="20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92600" y="1416050"/>
            <a:ext cx="4273550" cy="309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996588" y="193139"/>
            <a:ext cx="7017111" cy="576000"/>
          </a:xfrm>
        </p:spPr>
        <p:txBody>
          <a:bodyPr/>
          <a:lstStyle/>
          <a:p>
            <a:r>
              <a:rPr lang="en-IN" sz="2800" b="1" dirty="0"/>
              <a:t>Real-Life Applications of </a:t>
            </a:r>
            <a:r>
              <a:rPr lang="en-IN" sz="2800" b="1" dirty="0" smtClean="0"/>
              <a:t>Box Plot</a:t>
            </a:r>
            <a:endParaRPr lang="en-IN" sz="2800" dirty="0"/>
          </a:p>
        </p:txBody>
      </p:sp>
      <p:sp>
        <p:nvSpPr>
          <p:cNvPr id="3" name="TextBox 2"/>
          <p:cNvSpPr txBox="1"/>
          <p:nvPr/>
        </p:nvSpPr>
        <p:spPr>
          <a:xfrm>
            <a:off x="668136" y="909740"/>
            <a:ext cx="7929764" cy="4093428"/>
          </a:xfrm>
          <a:prstGeom prst="rect">
            <a:avLst/>
          </a:prstGeom>
          <a:noFill/>
        </p:spPr>
        <p:txBody>
          <a:bodyPr wrap="square" rtlCol="0">
            <a:spAutoFit/>
          </a:bodyPr>
          <a:lstStyle/>
          <a:p>
            <a:r>
              <a:rPr lang="en-US" sz="2000" b="1" dirty="0">
                <a:solidFill>
                  <a:schemeClr val="dk2"/>
                </a:solidFill>
                <a:latin typeface="Arial Rounded MT Bold" panose="020F0704030504030204" pitchFamily="34" charset="0"/>
                <a:ea typeface="Inter" panose="02000503000000020004"/>
                <a:cs typeface="Inter" panose="02000503000000020004"/>
              </a:rPr>
              <a:t>2. In Finance: </a:t>
            </a:r>
            <a:r>
              <a:rPr lang="en-US" sz="1800" dirty="0">
                <a:solidFill>
                  <a:schemeClr val="tx1"/>
                </a:solidFill>
                <a:latin typeface="Cambria" panose="02040503050406030204" pitchFamily="18" charset="0"/>
                <a:ea typeface="Cambria" panose="02040503050406030204" pitchFamily="18" charset="0"/>
                <a:cs typeface="Inter" panose="02000503000000020004"/>
              </a:rPr>
              <a:t>Monthly Returns of an Investment Portfolio (in percentage)</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endParaRPr lang="en-US" sz="1800" b="1" dirty="0" smtClean="0"/>
          </a:p>
          <a:p>
            <a:r>
              <a:rPr lang="en-US" sz="2000" b="1" dirty="0">
                <a:solidFill>
                  <a:schemeClr val="dk2"/>
                </a:solidFill>
                <a:latin typeface="Arial Rounded MT Bold" panose="020F0704030504030204" pitchFamily="34" charset="0"/>
                <a:ea typeface="Inter" panose="02000503000000020004"/>
                <a:cs typeface="Inter" panose="02000503000000020004"/>
              </a:rPr>
              <a:t>Dataset: </a:t>
            </a:r>
            <a:r>
              <a:rPr lang="en-US" sz="1800" dirty="0">
                <a:solidFill>
                  <a:schemeClr val="tx1"/>
                </a:solidFill>
                <a:latin typeface="Cambria" panose="02040503050406030204" pitchFamily="18" charset="0"/>
                <a:ea typeface="Cambria" panose="02040503050406030204" pitchFamily="18" charset="0"/>
                <a:cs typeface="Inter" panose="02000503000000020004"/>
              </a:rPr>
              <a:t>-3.5, -2.8, -1.2, 0.0, 1.5, 2.3, 3.1, 3.8, 4.2, 4.5, 5.0, 5.3, 5.8, 6.1, 6.5, 6.9, 7.0, 7.3, 8.0, 8.5, 9.0, 9.2, 9.8, 10.0, 10.5</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endParaRPr lang="en-US" sz="1800" b="1" dirty="0" smtClean="0"/>
          </a:p>
          <a:p>
            <a:r>
              <a:rPr lang="en-US" sz="2000" b="1" dirty="0">
                <a:solidFill>
                  <a:schemeClr val="dk2"/>
                </a:solidFill>
                <a:latin typeface="Arial Rounded MT Bold" panose="020F0704030504030204" pitchFamily="34" charset="0"/>
                <a:ea typeface="Inter" panose="02000503000000020004"/>
                <a:cs typeface="Inter" panose="02000503000000020004"/>
              </a:rPr>
              <a:t>Step 1: Define the Data</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r>
              <a:rPr lang="en-US" sz="1800" dirty="0">
                <a:solidFill>
                  <a:schemeClr val="tx1"/>
                </a:solidFill>
                <a:latin typeface="Cambria" panose="02040503050406030204" pitchFamily="18" charset="0"/>
                <a:ea typeface="Cambria" panose="02040503050406030204" pitchFamily="18" charset="0"/>
                <a:cs typeface="Inter" panose="02000503000000020004"/>
              </a:rPr>
              <a:t>The data is already in ascending order.</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endParaRPr lang="en-US" sz="1800" b="1" dirty="0" smtClean="0"/>
          </a:p>
          <a:p>
            <a:r>
              <a:rPr lang="en-US" sz="2000" b="1" dirty="0">
                <a:solidFill>
                  <a:schemeClr val="dk2"/>
                </a:solidFill>
                <a:latin typeface="Arial Rounded MT Bold" panose="020F0704030504030204" pitchFamily="34" charset="0"/>
                <a:ea typeface="Inter" panose="02000503000000020004"/>
                <a:cs typeface="Inter" panose="02000503000000020004"/>
              </a:rPr>
              <a:t>Step 2: Calculate Summary Statistics for the Box Plot</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Minimum value (Q0) </a:t>
            </a:r>
            <a:r>
              <a:rPr lang="en-US" sz="1800" dirty="0">
                <a:solidFill>
                  <a:schemeClr val="tx1"/>
                </a:solidFill>
                <a:latin typeface="Cambria" panose="02040503050406030204" pitchFamily="18" charset="0"/>
                <a:ea typeface="Cambria" panose="02040503050406030204" pitchFamily="18" charset="0"/>
                <a:cs typeface="Inter" panose="02000503000000020004"/>
              </a:rPr>
              <a:t>= -3.5</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a:p>
            <a:r>
              <a:rPr lang="en-US" sz="1800" b="1" dirty="0">
                <a:solidFill>
                  <a:schemeClr val="tx1"/>
                </a:solidFill>
                <a:latin typeface="Cambria" panose="02040503050406030204" pitchFamily="18" charset="0"/>
                <a:ea typeface="Cambria" panose="02040503050406030204" pitchFamily="18" charset="0"/>
                <a:cs typeface="Inter" panose="02000503000000020004"/>
              </a:rPr>
              <a:t>First Quartile (Q1) </a:t>
            </a:r>
            <a:r>
              <a:rPr lang="en-US" sz="1800" dirty="0">
                <a:solidFill>
                  <a:schemeClr val="tx1"/>
                </a:solidFill>
                <a:latin typeface="Cambria" panose="02040503050406030204" pitchFamily="18" charset="0"/>
                <a:ea typeface="Cambria" panose="02040503050406030204" pitchFamily="18" charset="0"/>
                <a:cs typeface="Inter" panose="02000503000000020004"/>
              </a:rPr>
              <a:t>= 3.1</a:t>
            </a:r>
            <a:br>
              <a:rPr lang="en-US" sz="1800" dirty="0">
                <a:solidFill>
                  <a:schemeClr val="tx1"/>
                </a:solidFill>
                <a:latin typeface="Cambria" panose="02040503050406030204" pitchFamily="18" charset="0"/>
                <a:ea typeface="Cambria" panose="02040503050406030204" pitchFamily="18" charset="0"/>
                <a:cs typeface="Inter" panose="02000503000000020004"/>
              </a:rPr>
            </a:br>
            <a:r>
              <a:rPr lang="en-US" sz="1800" b="1" dirty="0">
                <a:solidFill>
                  <a:schemeClr val="tx1"/>
                </a:solidFill>
                <a:latin typeface="Cambria" panose="02040503050406030204" pitchFamily="18" charset="0"/>
                <a:ea typeface="Cambria" panose="02040503050406030204" pitchFamily="18" charset="0"/>
                <a:cs typeface="Inter" panose="02000503000000020004"/>
              </a:rPr>
              <a:t>Median (Q2) </a:t>
            </a:r>
            <a:r>
              <a:rPr lang="en-US" sz="1800" dirty="0">
                <a:solidFill>
                  <a:schemeClr val="tx1"/>
                </a:solidFill>
                <a:latin typeface="Cambria" panose="02040503050406030204" pitchFamily="18" charset="0"/>
                <a:ea typeface="Cambria" panose="02040503050406030204" pitchFamily="18" charset="0"/>
                <a:cs typeface="Inter" panose="02000503000000020004"/>
              </a:rPr>
              <a:t>= 5.8</a:t>
            </a:r>
            <a:br>
              <a:rPr lang="en-US" sz="1800" dirty="0">
                <a:solidFill>
                  <a:schemeClr val="tx1"/>
                </a:solidFill>
                <a:latin typeface="Cambria" panose="02040503050406030204" pitchFamily="18" charset="0"/>
                <a:ea typeface="Cambria" panose="02040503050406030204" pitchFamily="18" charset="0"/>
                <a:cs typeface="Inter" panose="02000503000000020004"/>
              </a:rPr>
            </a:br>
            <a:r>
              <a:rPr lang="en-US" sz="1800" b="1" dirty="0">
                <a:solidFill>
                  <a:schemeClr val="tx1"/>
                </a:solidFill>
                <a:latin typeface="Cambria" panose="02040503050406030204" pitchFamily="18" charset="0"/>
                <a:ea typeface="Cambria" panose="02040503050406030204" pitchFamily="18" charset="0"/>
                <a:cs typeface="Inter" panose="02000503000000020004"/>
              </a:rPr>
              <a:t>Third Quartile (Q3) </a:t>
            </a:r>
            <a:r>
              <a:rPr lang="en-US" sz="1800" dirty="0">
                <a:solidFill>
                  <a:schemeClr val="tx1"/>
                </a:solidFill>
                <a:latin typeface="Cambria" panose="02040503050406030204" pitchFamily="18" charset="0"/>
                <a:ea typeface="Cambria" panose="02040503050406030204" pitchFamily="18" charset="0"/>
                <a:cs typeface="Inter" panose="02000503000000020004"/>
              </a:rPr>
              <a:t>= 7.3</a:t>
            </a:r>
            <a:br>
              <a:rPr lang="en-US" sz="1800" dirty="0">
                <a:solidFill>
                  <a:schemeClr val="tx1"/>
                </a:solidFill>
                <a:latin typeface="Cambria" panose="02040503050406030204" pitchFamily="18" charset="0"/>
                <a:ea typeface="Cambria" panose="02040503050406030204" pitchFamily="18" charset="0"/>
                <a:cs typeface="Inter" panose="02000503000000020004"/>
              </a:rPr>
            </a:br>
            <a:r>
              <a:rPr lang="en-US" sz="1800" b="1" dirty="0">
                <a:solidFill>
                  <a:schemeClr val="tx1"/>
                </a:solidFill>
                <a:latin typeface="Cambria" panose="02040503050406030204" pitchFamily="18" charset="0"/>
                <a:ea typeface="Cambria" panose="02040503050406030204" pitchFamily="18" charset="0"/>
                <a:cs typeface="Inter" panose="02000503000000020004"/>
              </a:rPr>
              <a:t>Maximum value (Q4) </a:t>
            </a:r>
            <a:r>
              <a:rPr lang="en-US" sz="1800" dirty="0">
                <a:solidFill>
                  <a:schemeClr val="tx1"/>
                </a:solidFill>
                <a:latin typeface="Cambria" panose="02040503050406030204" pitchFamily="18" charset="0"/>
                <a:ea typeface="Cambria" panose="02040503050406030204" pitchFamily="18" charset="0"/>
                <a:cs typeface="Inter" panose="02000503000000020004"/>
              </a:rPr>
              <a:t>= 10.5</a:t>
            </a:r>
            <a:endParaRPr lang="en-US" sz="1800" dirty="0">
              <a:solidFill>
                <a:schemeClr val="tx1"/>
              </a:solidFill>
              <a:latin typeface="Cambria" panose="02040503050406030204" pitchFamily="18" charset="0"/>
              <a:ea typeface="Cambria" panose="02040503050406030204" pitchFamily="18" charset="0"/>
              <a:cs typeface="Inter" panose="02000503000000020004"/>
            </a:endParaRPr>
          </a:p>
        </p:txBody>
      </p:sp>
      <p:sp>
        <p:nvSpPr>
          <p:cNvPr id="16" name="Google Shape;256;p24"/>
          <p:cNvSpPr/>
          <p:nvPr/>
        </p:nvSpPr>
        <p:spPr>
          <a:xfrm>
            <a:off x="1761837" y="771657"/>
            <a:ext cx="5515263"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64;p28"/>
          <p:cNvGrpSpPr/>
          <p:nvPr/>
        </p:nvGrpSpPr>
        <p:grpSpPr>
          <a:xfrm>
            <a:off x="-207535" y="0"/>
            <a:ext cx="1340963" cy="321190"/>
            <a:chOff x="2068259" y="3755898"/>
            <a:chExt cx="705658" cy="169021"/>
          </a:xfrm>
        </p:grpSpPr>
        <p:sp>
          <p:nvSpPr>
            <p:cNvPr id="6" name="Google Shape;365;p28"/>
            <p:cNvSpPr/>
            <p:nvPr/>
          </p:nvSpPr>
          <p:spPr>
            <a:xfrm>
              <a:off x="2068259" y="3755898"/>
              <a:ext cx="201739" cy="169021"/>
            </a:xfrm>
            <a:custGeom>
              <a:avLst/>
              <a:gdLst/>
              <a:ahLst/>
              <a:cxnLst/>
              <a:rect l="l" t="t" r="r" b="b"/>
              <a:pathLst>
                <a:path w="268985" h="225361" extrusionOk="0">
                  <a:moveTo>
                    <a:pt x="225362" y="0"/>
                  </a:moveTo>
                  <a:lnTo>
                    <a:pt x="0" y="225362"/>
                  </a:lnTo>
                  <a:lnTo>
                    <a:pt x="43625" y="225362"/>
                  </a:lnTo>
                  <a:lnTo>
                    <a:pt x="268986"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66;p28"/>
            <p:cNvSpPr/>
            <p:nvPr/>
          </p:nvSpPr>
          <p:spPr>
            <a:xfrm>
              <a:off x="2140268" y="3755898"/>
              <a:ext cx="201667" cy="169021"/>
            </a:xfrm>
            <a:custGeom>
              <a:avLst/>
              <a:gdLst/>
              <a:ahLst/>
              <a:cxnLst/>
              <a:rect l="l" t="t" r="r" b="b"/>
              <a:pathLst>
                <a:path w="268890" h="225361" extrusionOk="0">
                  <a:moveTo>
                    <a:pt x="225361" y="0"/>
                  </a:moveTo>
                  <a:lnTo>
                    <a:pt x="0" y="225362"/>
                  </a:lnTo>
                  <a:lnTo>
                    <a:pt x="43625"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67;p28"/>
            <p:cNvSpPr/>
            <p:nvPr/>
          </p:nvSpPr>
          <p:spPr>
            <a:xfrm>
              <a:off x="2212277"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68;p28"/>
            <p:cNvSpPr/>
            <p:nvPr/>
          </p:nvSpPr>
          <p:spPr>
            <a:xfrm>
              <a:off x="2284285" y="3755898"/>
              <a:ext cx="201667" cy="169021"/>
            </a:xfrm>
            <a:custGeom>
              <a:avLst/>
              <a:gdLst/>
              <a:ahLst/>
              <a:cxnLst/>
              <a:rect l="l" t="t" r="r" b="b"/>
              <a:pathLst>
                <a:path w="268890" h="225361" extrusionOk="0">
                  <a:moveTo>
                    <a:pt x="225266" y="0"/>
                  </a:moveTo>
                  <a:lnTo>
                    <a:pt x="0" y="225362"/>
                  </a:lnTo>
                  <a:lnTo>
                    <a:pt x="43529" y="225362"/>
                  </a:lnTo>
                  <a:lnTo>
                    <a:pt x="268891" y="0"/>
                  </a:lnTo>
                  <a:lnTo>
                    <a:pt x="225266"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69;p28"/>
            <p:cNvSpPr/>
            <p:nvPr/>
          </p:nvSpPr>
          <p:spPr>
            <a:xfrm>
              <a:off x="2356223" y="3755898"/>
              <a:ext cx="201667" cy="169021"/>
            </a:xfrm>
            <a:custGeom>
              <a:avLst/>
              <a:gdLst/>
              <a:ahLst/>
              <a:cxnLst/>
              <a:rect l="l" t="t" r="r" b="b"/>
              <a:pathLst>
                <a:path w="268890" h="225361" extrusionOk="0">
                  <a:moveTo>
                    <a:pt x="225361" y="0"/>
                  </a:moveTo>
                  <a:lnTo>
                    <a:pt x="0" y="225362"/>
                  </a:lnTo>
                  <a:lnTo>
                    <a:pt x="43624" y="225362"/>
                  </a:lnTo>
                  <a:lnTo>
                    <a:pt x="268891" y="0"/>
                  </a:lnTo>
                  <a:lnTo>
                    <a:pt x="225361"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70;p28"/>
            <p:cNvSpPr/>
            <p:nvPr/>
          </p:nvSpPr>
          <p:spPr>
            <a:xfrm>
              <a:off x="2428232"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71;p28"/>
            <p:cNvSpPr/>
            <p:nvPr/>
          </p:nvSpPr>
          <p:spPr>
            <a:xfrm>
              <a:off x="2500241" y="3755898"/>
              <a:ext cx="201667" cy="169021"/>
            </a:xfrm>
            <a:custGeom>
              <a:avLst/>
              <a:gdLst/>
              <a:ahLst/>
              <a:cxnLst/>
              <a:rect l="l" t="t" r="r" b="b"/>
              <a:pathLst>
                <a:path w="268890" h="225361" extrusionOk="0">
                  <a:moveTo>
                    <a:pt x="225362" y="0"/>
                  </a:moveTo>
                  <a:lnTo>
                    <a:pt x="0" y="225362"/>
                  </a:lnTo>
                  <a:lnTo>
                    <a:pt x="43529" y="225362"/>
                  </a:lnTo>
                  <a:lnTo>
                    <a:pt x="268891" y="0"/>
                  </a:lnTo>
                  <a:lnTo>
                    <a:pt x="225362" y="0"/>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72;p28"/>
            <p:cNvSpPr/>
            <p:nvPr/>
          </p:nvSpPr>
          <p:spPr>
            <a:xfrm>
              <a:off x="2572250" y="3755898"/>
              <a:ext cx="201667" cy="169021"/>
            </a:xfrm>
            <a:custGeom>
              <a:avLst/>
              <a:gdLst/>
              <a:ahLst/>
              <a:cxnLst/>
              <a:rect l="l" t="t" r="r" b="b"/>
              <a:pathLst>
                <a:path w="268890" h="225361" extrusionOk="0">
                  <a:moveTo>
                    <a:pt x="0" y="225362"/>
                  </a:moveTo>
                  <a:lnTo>
                    <a:pt x="43529" y="225362"/>
                  </a:lnTo>
                  <a:lnTo>
                    <a:pt x="268891" y="0"/>
                  </a:lnTo>
                  <a:lnTo>
                    <a:pt x="225266" y="0"/>
                  </a:lnTo>
                  <a:lnTo>
                    <a:pt x="0" y="225362"/>
                  </a:ln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 name="Title 14"/>
          <p:cNvSpPr>
            <a:spLocks noGrp="1"/>
          </p:cNvSpPr>
          <p:nvPr>
            <p:ph type="title"/>
          </p:nvPr>
        </p:nvSpPr>
        <p:spPr>
          <a:xfrm>
            <a:off x="1146128" y="370939"/>
            <a:ext cx="6867572" cy="576000"/>
          </a:xfrm>
        </p:spPr>
        <p:txBody>
          <a:bodyPr/>
          <a:lstStyle/>
          <a:p>
            <a:pPr algn="l"/>
            <a:r>
              <a:rPr lang="en-IN" sz="2800" b="1" dirty="0"/>
              <a:t>Real-Life Applications of </a:t>
            </a:r>
            <a:r>
              <a:rPr lang="en-IN" sz="2800" b="1" dirty="0" smtClean="0"/>
              <a:t>Box Plot</a:t>
            </a:r>
            <a:endParaRPr lang="en-IN" sz="2800" b="1" dirty="0"/>
          </a:p>
        </p:txBody>
      </p:sp>
      <p:sp>
        <p:nvSpPr>
          <p:cNvPr id="3" name="TextBox 2"/>
          <p:cNvSpPr txBox="1"/>
          <p:nvPr/>
        </p:nvSpPr>
        <p:spPr>
          <a:xfrm>
            <a:off x="723068" y="1451264"/>
            <a:ext cx="3542400" cy="2800767"/>
          </a:xfrm>
          <a:prstGeom prst="rect">
            <a:avLst/>
          </a:prstGeom>
          <a:noFill/>
        </p:spPr>
        <p:txBody>
          <a:bodyPr wrap="square" rtlCol="0">
            <a:spAutoFit/>
          </a:bodyPr>
          <a:lstStyle/>
          <a:p>
            <a:endParaRPr lang="en-US" sz="1800" dirty="0"/>
          </a:p>
          <a:p>
            <a:r>
              <a:rPr lang="en-US" sz="2000" b="1" dirty="0">
                <a:solidFill>
                  <a:schemeClr val="dk2"/>
                </a:solidFill>
                <a:latin typeface="Arial Rounded MT Bold" panose="020F0704030504030204" pitchFamily="34" charset="0"/>
                <a:ea typeface="Inter" panose="02000503000000020004"/>
                <a:cs typeface="Inter" panose="02000503000000020004"/>
              </a:rPr>
              <a:t>Step 3: Plot the Box Plot</a:t>
            </a:r>
            <a:endParaRPr lang="en-US" sz="2000" b="1" dirty="0">
              <a:solidFill>
                <a:schemeClr val="dk2"/>
              </a:solidFill>
              <a:latin typeface="Arial Rounded MT Bold" panose="020F0704030504030204" pitchFamily="34" charset="0"/>
              <a:ea typeface="Inter" panose="02000503000000020004"/>
              <a:cs typeface="Inter" panose="02000503000000020004"/>
            </a:endParaRPr>
          </a:p>
          <a:p>
            <a:pPr>
              <a:buClr>
                <a:schemeClr val="bg2">
                  <a:lumMod val="60000"/>
                  <a:lumOff val="40000"/>
                </a:schemeClr>
              </a:buClr>
            </a:pPr>
            <a:r>
              <a:rPr lang="en-US" sz="2000" dirty="0">
                <a:solidFill>
                  <a:schemeClr val="tx1"/>
                </a:solidFill>
                <a:latin typeface="Cambria" panose="02040503050406030204" pitchFamily="18" charset="0"/>
                <a:ea typeface="Cambria" panose="02040503050406030204" pitchFamily="18" charset="0"/>
                <a:cs typeface="Inter" panose="02000503000000020004"/>
              </a:rPr>
              <a:t>The box plot will include:</a:t>
            </a: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r>
              <a:rPr lang="en-US" sz="2000" b="1" dirty="0">
                <a:solidFill>
                  <a:schemeClr val="tx1"/>
                </a:solidFill>
                <a:latin typeface="Cambria" panose="02040503050406030204" pitchFamily="18" charset="0"/>
                <a:ea typeface="Cambria" panose="02040503050406030204" pitchFamily="18" charset="0"/>
                <a:cs typeface="Inter" panose="02000503000000020004"/>
              </a:rPr>
              <a:t>Minimum value  </a:t>
            </a:r>
            <a:r>
              <a:rPr lang="en-US" sz="2000" dirty="0">
                <a:solidFill>
                  <a:schemeClr val="tx1"/>
                </a:solidFill>
                <a:latin typeface="Cambria" panose="02040503050406030204" pitchFamily="18" charset="0"/>
                <a:ea typeface="Cambria" panose="02040503050406030204" pitchFamily="18" charset="0"/>
                <a:cs typeface="Inter" panose="02000503000000020004"/>
              </a:rPr>
              <a:t>= -3.5</a:t>
            </a: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r>
              <a:rPr lang="en-US" sz="2000" b="1" dirty="0">
                <a:solidFill>
                  <a:schemeClr val="tx1"/>
                </a:solidFill>
                <a:latin typeface="Cambria" panose="02040503050406030204" pitchFamily="18" charset="0"/>
                <a:ea typeface="Cambria" panose="02040503050406030204" pitchFamily="18" charset="0"/>
                <a:cs typeface="Inter" panose="02000503000000020004"/>
              </a:rPr>
              <a:t>First </a:t>
            </a:r>
            <a:r>
              <a:rPr lang="en-US" sz="2000" b="1" dirty="0" smtClean="0">
                <a:solidFill>
                  <a:schemeClr val="tx1"/>
                </a:solidFill>
                <a:latin typeface="Cambria" panose="02040503050406030204" pitchFamily="18" charset="0"/>
                <a:ea typeface="Cambria" panose="02040503050406030204" pitchFamily="18" charset="0"/>
                <a:cs typeface="Inter" panose="02000503000000020004"/>
              </a:rPr>
              <a:t>Quartile </a:t>
            </a:r>
            <a:r>
              <a:rPr lang="en-US" sz="2000" dirty="0">
                <a:solidFill>
                  <a:schemeClr val="tx1"/>
                </a:solidFill>
                <a:latin typeface="Cambria" panose="02040503050406030204" pitchFamily="18" charset="0"/>
                <a:ea typeface="Cambria" panose="02040503050406030204" pitchFamily="18" charset="0"/>
                <a:cs typeface="Inter" panose="02000503000000020004"/>
              </a:rPr>
              <a:t>= 3.1</a:t>
            </a:r>
            <a:br>
              <a:rPr lang="en-US" sz="2000" dirty="0">
                <a:solidFill>
                  <a:schemeClr val="tx1"/>
                </a:solidFill>
                <a:latin typeface="Cambria" panose="02040503050406030204" pitchFamily="18" charset="0"/>
                <a:ea typeface="Cambria" panose="02040503050406030204" pitchFamily="18" charset="0"/>
                <a:cs typeface="Inter" panose="02000503000000020004"/>
              </a:rPr>
            </a:br>
            <a:r>
              <a:rPr lang="en-US" sz="2000" b="1" dirty="0">
                <a:solidFill>
                  <a:schemeClr val="tx1"/>
                </a:solidFill>
                <a:latin typeface="Cambria" panose="02040503050406030204" pitchFamily="18" charset="0"/>
                <a:ea typeface="Cambria" panose="02040503050406030204" pitchFamily="18" charset="0"/>
                <a:cs typeface="Inter" panose="02000503000000020004"/>
              </a:rPr>
              <a:t>Median </a:t>
            </a:r>
            <a:r>
              <a:rPr lang="en-US" sz="2000" dirty="0" smtClean="0">
                <a:solidFill>
                  <a:schemeClr val="tx1"/>
                </a:solidFill>
                <a:latin typeface="Cambria" panose="02040503050406030204" pitchFamily="18" charset="0"/>
                <a:ea typeface="Cambria" panose="02040503050406030204" pitchFamily="18" charset="0"/>
                <a:cs typeface="Inter" panose="02000503000000020004"/>
              </a:rPr>
              <a:t>= </a:t>
            </a:r>
            <a:r>
              <a:rPr lang="en-US" sz="2000" dirty="0">
                <a:solidFill>
                  <a:schemeClr val="tx1"/>
                </a:solidFill>
                <a:latin typeface="Cambria" panose="02040503050406030204" pitchFamily="18" charset="0"/>
                <a:ea typeface="Cambria" panose="02040503050406030204" pitchFamily="18" charset="0"/>
                <a:cs typeface="Inter" panose="02000503000000020004"/>
              </a:rPr>
              <a:t>5.8</a:t>
            </a:r>
            <a:br>
              <a:rPr lang="en-US" sz="2000" dirty="0">
                <a:solidFill>
                  <a:schemeClr val="tx1"/>
                </a:solidFill>
                <a:latin typeface="Cambria" panose="02040503050406030204" pitchFamily="18" charset="0"/>
                <a:ea typeface="Cambria" panose="02040503050406030204" pitchFamily="18" charset="0"/>
                <a:cs typeface="Inter" panose="02000503000000020004"/>
              </a:rPr>
            </a:br>
            <a:r>
              <a:rPr lang="en-US" sz="2000" b="1" dirty="0">
                <a:solidFill>
                  <a:schemeClr val="tx1"/>
                </a:solidFill>
                <a:latin typeface="Cambria" panose="02040503050406030204" pitchFamily="18" charset="0"/>
                <a:ea typeface="Cambria" panose="02040503050406030204" pitchFamily="18" charset="0"/>
                <a:cs typeface="Inter" panose="02000503000000020004"/>
              </a:rPr>
              <a:t>Third Quartile </a:t>
            </a:r>
            <a:r>
              <a:rPr lang="en-US" sz="2000" dirty="0" smtClean="0">
                <a:solidFill>
                  <a:schemeClr val="tx1"/>
                </a:solidFill>
                <a:latin typeface="Cambria" panose="02040503050406030204" pitchFamily="18" charset="0"/>
                <a:ea typeface="Cambria" panose="02040503050406030204" pitchFamily="18" charset="0"/>
                <a:cs typeface="Inter" panose="02000503000000020004"/>
              </a:rPr>
              <a:t>= </a:t>
            </a:r>
            <a:r>
              <a:rPr lang="en-US" sz="2000" dirty="0">
                <a:solidFill>
                  <a:schemeClr val="tx1"/>
                </a:solidFill>
                <a:latin typeface="Cambria" panose="02040503050406030204" pitchFamily="18" charset="0"/>
                <a:ea typeface="Cambria" panose="02040503050406030204" pitchFamily="18" charset="0"/>
                <a:cs typeface="Inter" panose="02000503000000020004"/>
              </a:rPr>
              <a:t>7.3</a:t>
            </a:r>
            <a:br>
              <a:rPr lang="en-US" sz="2000" dirty="0">
                <a:solidFill>
                  <a:schemeClr val="tx1"/>
                </a:solidFill>
                <a:latin typeface="Cambria" panose="02040503050406030204" pitchFamily="18" charset="0"/>
                <a:ea typeface="Cambria" panose="02040503050406030204" pitchFamily="18" charset="0"/>
                <a:cs typeface="Inter" panose="02000503000000020004"/>
              </a:rPr>
            </a:br>
            <a:r>
              <a:rPr lang="en-US" sz="2000" b="1" dirty="0">
                <a:solidFill>
                  <a:schemeClr val="tx1"/>
                </a:solidFill>
                <a:latin typeface="Cambria" panose="02040503050406030204" pitchFamily="18" charset="0"/>
                <a:ea typeface="Cambria" panose="02040503050406030204" pitchFamily="18" charset="0"/>
                <a:cs typeface="Inter" panose="02000503000000020004"/>
              </a:rPr>
              <a:t>Maximum value </a:t>
            </a:r>
            <a:r>
              <a:rPr lang="en-US" sz="2000" dirty="0">
                <a:solidFill>
                  <a:schemeClr val="tx1"/>
                </a:solidFill>
                <a:latin typeface="Cambria" panose="02040503050406030204" pitchFamily="18" charset="0"/>
                <a:ea typeface="Cambria" panose="02040503050406030204" pitchFamily="18" charset="0"/>
                <a:cs typeface="Inter" panose="02000503000000020004"/>
              </a:rPr>
              <a:t>= 10.5</a:t>
            </a: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endParaRPr lang="en-US" sz="1800" dirty="0"/>
          </a:p>
        </p:txBody>
      </p:sp>
      <p:sp>
        <p:nvSpPr>
          <p:cNvPr id="16" name="Google Shape;256;p24"/>
          <p:cNvSpPr/>
          <p:nvPr/>
        </p:nvSpPr>
        <p:spPr>
          <a:xfrm>
            <a:off x="1133428" y="914927"/>
            <a:ext cx="5515263"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92600" y="1235364"/>
            <a:ext cx="4054275" cy="335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49756" y="270126"/>
            <a:ext cx="7498488" cy="576000"/>
          </a:xfrm>
        </p:spPr>
        <p:txBody>
          <a:bodyPr/>
          <a:lstStyle/>
          <a:p>
            <a:r>
              <a:rPr lang="en-IN" sz="3200" b="1" dirty="0" smtClean="0"/>
              <a:t>Limitation of Box Plot</a:t>
            </a:r>
            <a:endParaRPr lang="en-US" sz="3200" b="1" dirty="0"/>
          </a:p>
        </p:txBody>
      </p:sp>
      <p:sp>
        <p:nvSpPr>
          <p:cNvPr id="2" name="TextBox 1"/>
          <p:cNvSpPr txBox="1"/>
          <p:nvPr/>
        </p:nvSpPr>
        <p:spPr>
          <a:xfrm>
            <a:off x="390524" y="1003619"/>
            <a:ext cx="8435975" cy="4031873"/>
          </a:xfrm>
          <a:prstGeom prst="rect">
            <a:avLst/>
          </a:prstGeom>
          <a:noFill/>
        </p:spPr>
        <p:txBody>
          <a:bodyPr wrap="square" rtlCol="0" anchor="ctr">
            <a:spAutoFit/>
          </a:bodyPr>
          <a:lstStyle/>
          <a:p>
            <a:endParaRPr lang="en-IN" sz="2000" b="1" dirty="0">
              <a:solidFill>
                <a:schemeClr val="dk2"/>
              </a:solidFill>
              <a:latin typeface="Arial Rounded MT Bold" panose="020F0704030504030204" pitchFamily="34" charset="0"/>
              <a:ea typeface="Inter" panose="02000503000000020004"/>
              <a:cs typeface="Inter" panose="02000503000000020004"/>
            </a:endParaRPr>
          </a:p>
          <a:p>
            <a:pPr marL="342900" indent="-342900">
              <a:buClr>
                <a:schemeClr val="bg2">
                  <a:lumMod val="60000"/>
                  <a:lumOff val="40000"/>
                </a:schemeClr>
              </a:buClr>
              <a:buFont typeface="Wingdings" panose="05000000000000000000" pitchFamily="2" charset="2"/>
              <a:buChar char="v"/>
            </a:pPr>
            <a:r>
              <a:rPr lang="en-IN" sz="2000" b="1" dirty="0">
                <a:solidFill>
                  <a:schemeClr val="dk2"/>
                </a:solidFill>
                <a:latin typeface="Arial Rounded MT Bold" panose="020F0704030504030204" pitchFamily="34" charset="0"/>
                <a:ea typeface="Inter" panose="02000503000000020004"/>
                <a:cs typeface="Inter" panose="02000503000000020004"/>
              </a:rPr>
              <a:t>Limited Detail: </a:t>
            </a:r>
            <a:r>
              <a:rPr lang="en-IN" sz="2000" dirty="0">
                <a:solidFill>
                  <a:schemeClr val="tx1"/>
                </a:solidFill>
                <a:latin typeface="Cambria" panose="02040503050406030204" pitchFamily="18" charset="0"/>
                <a:ea typeface="Cambria" panose="02040503050406030204" pitchFamily="18" charset="0"/>
                <a:cs typeface="Inter" panose="02000503000000020004"/>
              </a:rPr>
              <a:t>Box plots don't provide information about the shape of the distribution beyond the quartiles (e.g., normal distribution vs. skewed).</a:t>
            </a: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r>
              <a:rPr lang="en-IN" sz="2000" dirty="0"/>
              <a:t> </a:t>
            </a:r>
            <a:endParaRPr lang="en-US" sz="2000" dirty="0"/>
          </a:p>
          <a:p>
            <a:pPr marL="342900" indent="-342900">
              <a:buClr>
                <a:schemeClr val="bg2">
                  <a:lumMod val="60000"/>
                  <a:lumOff val="40000"/>
                </a:schemeClr>
              </a:buClr>
              <a:buFont typeface="Wingdings" panose="05000000000000000000" pitchFamily="2" charset="2"/>
              <a:buChar char="v"/>
            </a:pPr>
            <a:r>
              <a:rPr lang="en-IN" sz="2000" b="1" dirty="0">
                <a:solidFill>
                  <a:schemeClr val="dk2"/>
                </a:solidFill>
                <a:latin typeface="Arial Rounded MT Bold" panose="020F0704030504030204" pitchFamily="34" charset="0"/>
                <a:ea typeface="Inter" panose="02000503000000020004"/>
                <a:cs typeface="Inter" panose="02000503000000020004"/>
              </a:rPr>
              <a:t>Misleading with Small Samples: </a:t>
            </a:r>
            <a:r>
              <a:rPr lang="en-IN" sz="2000" dirty="0">
                <a:solidFill>
                  <a:schemeClr val="tx1"/>
                </a:solidFill>
                <a:latin typeface="Cambria" panose="02040503050406030204" pitchFamily="18" charset="0"/>
                <a:ea typeface="Cambria" panose="02040503050406030204" pitchFamily="18" charset="0"/>
                <a:cs typeface="Inter" panose="02000503000000020004"/>
              </a:rPr>
              <a:t>For small datasets, box plots can misrepresent the distribution because the calculation of quartiles might not be as precise.</a:t>
            </a: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pPr>
              <a:buClr>
                <a:schemeClr val="bg2">
                  <a:lumMod val="60000"/>
                  <a:lumOff val="40000"/>
                </a:schemeClr>
              </a:buClr>
            </a:pPr>
            <a:endParaRPr lang="en-US" sz="2000" dirty="0"/>
          </a:p>
          <a:p>
            <a:pPr marL="342900" indent="-342900">
              <a:buClr>
                <a:schemeClr val="bg2">
                  <a:lumMod val="60000"/>
                  <a:lumOff val="40000"/>
                </a:schemeClr>
              </a:buClr>
              <a:buFont typeface="Wingdings" panose="05000000000000000000" pitchFamily="2" charset="2"/>
              <a:buChar char="v"/>
            </a:pPr>
            <a:r>
              <a:rPr lang="en-IN" sz="2000" b="1" dirty="0">
                <a:solidFill>
                  <a:schemeClr val="dk2"/>
                </a:solidFill>
                <a:latin typeface="Arial Rounded MT Bold" panose="020F0704030504030204" pitchFamily="34" charset="0"/>
                <a:ea typeface="Inter" panose="02000503000000020004"/>
                <a:cs typeface="Inter" panose="02000503000000020004"/>
              </a:rPr>
              <a:t>Outlier Definition: </a:t>
            </a:r>
            <a:r>
              <a:rPr lang="en-IN" sz="2000" dirty="0">
                <a:solidFill>
                  <a:schemeClr val="tx1"/>
                </a:solidFill>
                <a:latin typeface="Cambria" panose="02040503050406030204" pitchFamily="18" charset="0"/>
                <a:ea typeface="Cambria" panose="02040503050406030204" pitchFamily="18" charset="0"/>
                <a:cs typeface="Inter" panose="02000503000000020004"/>
              </a:rPr>
              <a:t>The definition of outliers is based on a rule (1.5 * IQR), which may not always suit the context of the data.</a:t>
            </a: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a:p>
            <a:endParaRPr lang="en-US" sz="1800" dirty="0"/>
          </a:p>
          <a:p>
            <a:endParaRPr lang="en-US" sz="1800" dirty="0">
              <a:solidFill>
                <a:schemeClr val="tx1"/>
              </a:solidFill>
              <a:latin typeface="Cambria" panose="02040503050406030204" pitchFamily="18" charset="0"/>
              <a:ea typeface="Cambria" panose="02040503050406030204" pitchFamily="18" charset="0"/>
              <a:cs typeface="Inter" panose="02000503000000020004"/>
            </a:endParaRPr>
          </a:p>
        </p:txBody>
      </p:sp>
      <p:sp>
        <p:nvSpPr>
          <p:cNvPr id="7" name="Google Shape;256;p24"/>
          <p:cNvSpPr/>
          <p:nvPr/>
        </p:nvSpPr>
        <p:spPr>
          <a:xfrm flipV="1">
            <a:off x="1008048" y="894385"/>
            <a:ext cx="4110052"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49756" y="66926"/>
            <a:ext cx="6949644" cy="576000"/>
          </a:xfrm>
        </p:spPr>
        <p:txBody>
          <a:bodyPr/>
          <a:lstStyle/>
          <a:p>
            <a:pPr algn="ctr"/>
            <a:r>
              <a:rPr lang="en-IN" sz="4000" b="1" dirty="0" smtClean="0"/>
              <a:t>Comparison </a:t>
            </a:r>
            <a:endParaRPr lang="en-US" sz="4000" b="1" dirty="0"/>
          </a:p>
        </p:txBody>
      </p:sp>
      <p:sp>
        <p:nvSpPr>
          <p:cNvPr id="7" name="Google Shape;256;p24"/>
          <p:cNvSpPr/>
          <p:nvPr/>
        </p:nvSpPr>
        <p:spPr>
          <a:xfrm flipV="1">
            <a:off x="3073400" y="808024"/>
            <a:ext cx="2717800"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graphicFrame>
        <p:nvGraphicFramePr>
          <p:cNvPr id="3" name="Table 2"/>
          <p:cNvGraphicFramePr>
            <a:graphicFrameLocks noGrp="1"/>
          </p:cNvGraphicFramePr>
          <p:nvPr/>
        </p:nvGraphicFramePr>
        <p:xfrm>
          <a:off x="469900" y="1037970"/>
          <a:ext cx="8331200" cy="3730048"/>
        </p:xfrm>
        <a:graphic>
          <a:graphicData uri="http://schemas.openxmlformats.org/drawingml/2006/table">
            <a:tbl>
              <a:tblPr firstRow="1" bandRow="1">
                <a:tableStyleId>{51A4D214-FB03-4C0E-AD20-0F7D02E0CF25}</a:tableStyleId>
              </a:tblPr>
              <a:tblGrid>
                <a:gridCol w="1701800"/>
                <a:gridCol w="3048000"/>
                <a:gridCol w="3581400"/>
              </a:tblGrid>
              <a:tr h="409830">
                <a:tc>
                  <a:txBody>
                    <a:bodyPr/>
                    <a:lstStyle/>
                    <a:p>
                      <a:pPr algn="ctr"/>
                      <a:r>
                        <a:rPr lang="en-US" sz="1600" b="1" dirty="0" smtClean="0">
                          <a:solidFill>
                            <a:schemeClr val="bg2">
                              <a:lumMod val="75000"/>
                            </a:schemeClr>
                          </a:solidFill>
                          <a:latin typeface="Arial Rounded MT Bold" panose="020F0704030504030204" pitchFamily="34" charset="0"/>
                        </a:rPr>
                        <a:t>Feature</a:t>
                      </a:r>
                      <a:endParaRPr lang="en-US" sz="1600" b="1" dirty="0">
                        <a:solidFill>
                          <a:schemeClr val="bg2">
                            <a:lumMod val="75000"/>
                          </a:schemeClr>
                        </a:solidFill>
                        <a:latin typeface="Arial Rounded MT Bold" panose="020F0704030504030204" pitchFamily="34" charset="0"/>
                      </a:endParaRPr>
                    </a:p>
                  </a:txBody>
                  <a:tcPr anchor="ctr"/>
                </a:tc>
                <a:tc>
                  <a:txBody>
                    <a:bodyPr/>
                    <a:lstStyle/>
                    <a:p>
                      <a:pPr algn="ctr"/>
                      <a:r>
                        <a:rPr lang="en-US" sz="1600" b="1" dirty="0" smtClean="0">
                          <a:solidFill>
                            <a:schemeClr val="bg2">
                              <a:lumMod val="75000"/>
                            </a:schemeClr>
                          </a:solidFill>
                          <a:latin typeface="Arial Rounded MT Bold" panose="020F0704030504030204" pitchFamily="34" charset="0"/>
                        </a:rPr>
                        <a:t>Histogram</a:t>
                      </a:r>
                      <a:endParaRPr lang="en-US" sz="1600" b="1" dirty="0">
                        <a:solidFill>
                          <a:schemeClr val="bg2">
                            <a:lumMod val="75000"/>
                          </a:schemeClr>
                        </a:solidFill>
                        <a:latin typeface="Arial Rounded MT Bold" panose="020F0704030504030204" pitchFamily="34" charset="0"/>
                      </a:endParaRPr>
                    </a:p>
                  </a:txBody>
                  <a:tcPr anchor="ctr"/>
                </a:tc>
                <a:tc>
                  <a:txBody>
                    <a:bodyPr/>
                    <a:lstStyle/>
                    <a:p>
                      <a:pPr algn="ctr"/>
                      <a:r>
                        <a:rPr lang="en-US" sz="1600" b="1" dirty="0" smtClean="0">
                          <a:solidFill>
                            <a:schemeClr val="bg2">
                              <a:lumMod val="75000"/>
                            </a:schemeClr>
                          </a:solidFill>
                          <a:latin typeface="Arial Rounded MT Bold" panose="020F0704030504030204" pitchFamily="34" charset="0"/>
                        </a:rPr>
                        <a:t>Box Plot</a:t>
                      </a:r>
                      <a:endParaRPr lang="en-US" sz="1600" b="1" dirty="0">
                        <a:solidFill>
                          <a:schemeClr val="bg2">
                            <a:lumMod val="75000"/>
                          </a:schemeClr>
                        </a:solidFill>
                        <a:latin typeface="Arial Rounded MT Bold" panose="020F0704030504030204" pitchFamily="34" charset="0"/>
                      </a:endParaRPr>
                    </a:p>
                  </a:txBody>
                  <a:tcPr anchor="ctr"/>
                </a:tc>
              </a:tr>
              <a:tr h="698500">
                <a:tc>
                  <a:txBody>
                    <a:bodyPr/>
                    <a:lstStyle/>
                    <a:p>
                      <a:pPr algn="ctr"/>
                      <a:r>
                        <a:rPr lang="en-US" b="1" dirty="0" smtClean="0">
                          <a:solidFill>
                            <a:schemeClr val="bg2">
                              <a:lumMod val="75000"/>
                            </a:schemeClr>
                          </a:solidFill>
                          <a:latin typeface="Arial Rounded MT Bold" panose="020F0704030504030204" pitchFamily="34" charset="0"/>
                        </a:rPr>
                        <a:t>Purpose</a:t>
                      </a:r>
                      <a:endParaRPr lang="en-US" b="1" dirty="0">
                        <a:solidFill>
                          <a:schemeClr val="bg2">
                            <a:lumMod val="75000"/>
                          </a:schemeClr>
                        </a:solidFill>
                        <a:latin typeface="Arial Rounded MT Bold" panose="020F0704030504030204" pitchFamily="34" charset="0"/>
                      </a:endParaRPr>
                    </a:p>
                  </a:txBody>
                  <a:tcPr anchor="ctr"/>
                </a:tc>
                <a:tc>
                  <a:txBody>
                    <a:bodyPr/>
                    <a:lstStyle/>
                    <a:p>
                      <a:pPr algn="l"/>
                      <a:r>
                        <a:rPr lang="en-US" sz="1600" dirty="0" smtClean="0">
                          <a:solidFill>
                            <a:schemeClr val="bg2">
                              <a:lumMod val="60000"/>
                              <a:lumOff val="40000"/>
                            </a:schemeClr>
                          </a:solidFill>
                          <a:latin typeface="Cambria" panose="02040503050406030204" pitchFamily="18" charset="0"/>
                          <a:ea typeface="Cambria" panose="02040503050406030204" pitchFamily="18" charset="0"/>
                        </a:rPr>
                        <a:t>Visualizes the distribution of data by dividing it into bins (ranges).</a:t>
                      </a:r>
                      <a:endParaRPr lang="en-US" sz="1600" dirty="0">
                        <a:solidFill>
                          <a:schemeClr val="bg2">
                            <a:lumMod val="60000"/>
                            <a:lumOff val="40000"/>
                          </a:schemeClr>
                        </a:solidFill>
                        <a:latin typeface="Cambria" panose="02040503050406030204" pitchFamily="18" charset="0"/>
                        <a:ea typeface="Cambria" panose="02040503050406030204" pitchFamily="18" charset="0"/>
                      </a:endParaRPr>
                    </a:p>
                  </a:txBody>
                  <a:tcPr anchor="ctr"/>
                </a:tc>
                <a:tc>
                  <a:txBody>
                    <a:bodyPr/>
                    <a:lstStyle/>
                    <a:p>
                      <a:pPr algn="l"/>
                      <a:r>
                        <a:rPr lang="en-US" sz="1600" dirty="0" smtClean="0">
                          <a:solidFill>
                            <a:schemeClr val="bg2">
                              <a:lumMod val="60000"/>
                              <a:lumOff val="40000"/>
                            </a:schemeClr>
                          </a:solidFill>
                          <a:latin typeface="Cambria" panose="02040503050406030204" pitchFamily="18" charset="0"/>
                          <a:ea typeface="Cambria" panose="02040503050406030204" pitchFamily="18" charset="0"/>
                        </a:rPr>
                        <a:t>Summarizes the spread and key statistics of data in a compact form.</a:t>
                      </a:r>
                      <a:endParaRPr lang="en-US" sz="1600" dirty="0">
                        <a:solidFill>
                          <a:schemeClr val="bg2">
                            <a:lumMod val="60000"/>
                            <a:lumOff val="40000"/>
                          </a:schemeClr>
                        </a:solidFill>
                        <a:latin typeface="Cambria" panose="02040503050406030204" pitchFamily="18" charset="0"/>
                        <a:ea typeface="Cambria" panose="02040503050406030204" pitchFamily="18" charset="0"/>
                      </a:endParaRPr>
                    </a:p>
                  </a:txBody>
                  <a:tcPr anchor="ctr"/>
                </a:tc>
              </a:tr>
              <a:tr h="609600">
                <a:tc>
                  <a:txBody>
                    <a:bodyPr/>
                    <a:lstStyle/>
                    <a:p>
                      <a:pPr algn="ctr"/>
                      <a:r>
                        <a:rPr lang="en-US" b="1" dirty="0" smtClean="0">
                          <a:solidFill>
                            <a:schemeClr val="bg2">
                              <a:lumMod val="75000"/>
                            </a:schemeClr>
                          </a:solidFill>
                          <a:latin typeface="Arial Rounded MT Bold" panose="020F0704030504030204" pitchFamily="34" charset="0"/>
                        </a:rPr>
                        <a:t>Shape Analysis</a:t>
                      </a:r>
                      <a:endParaRPr lang="en-US" b="1" dirty="0">
                        <a:solidFill>
                          <a:schemeClr val="bg2">
                            <a:lumMod val="75000"/>
                          </a:schemeClr>
                        </a:solidFill>
                        <a:latin typeface="Arial Rounded MT Bold" panose="020F0704030504030204" pitchFamily="34" charset="0"/>
                      </a:endParaRPr>
                    </a:p>
                  </a:txBody>
                  <a:tcPr anchor="ctr"/>
                </a:tc>
                <a:tc>
                  <a:txBody>
                    <a:bodyPr/>
                    <a:lstStyle/>
                    <a:p>
                      <a:pPr algn="l"/>
                      <a:r>
                        <a:rPr lang="en-US" sz="1600" dirty="0" smtClean="0">
                          <a:solidFill>
                            <a:schemeClr val="bg2">
                              <a:lumMod val="60000"/>
                              <a:lumOff val="40000"/>
                            </a:schemeClr>
                          </a:solidFill>
                          <a:latin typeface="Cambria" panose="02040503050406030204" pitchFamily="18" charset="0"/>
                          <a:ea typeface="Cambria" panose="02040503050406030204" pitchFamily="18" charset="0"/>
                        </a:rPr>
                        <a:t>Reveals the shape of the data (e.g., normal, skewed, bimodal).</a:t>
                      </a:r>
                      <a:endParaRPr lang="en-US" sz="1600" dirty="0">
                        <a:solidFill>
                          <a:schemeClr val="bg2">
                            <a:lumMod val="60000"/>
                            <a:lumOff val="40000"/>
                          </a:schemeClr>
                        </a:solidFill>
                        <a:latin typeface="Cambria" panose="02040503050406030204" pitchFamily="18" charset="0"/>
                        <a:ea typeface="Cambria" panose="02040503050406030204" pitchFamily="18" charset="0"/>
                      </a:endParaRPr>
                    </a:p>
                  </a:txBody>
                  <a:tcPr anchor="ctr"/>
                </a:tc>
                <a:tc>
                  <a:txBody>
                    <a:bodyPr/>
                    <a:lstStyle/>
                    <a:p>
                      <a:pPr algn="l"/>
                      <a:r>
                        <a:rPr lang="en-US" sz="1600" dirty="0" smtClean="0">
                          <a:solidFill>
                            <a:schemeClr val="bg2">
                              <a:lumMod val="60000"/>
                              <a:lumOff val="40000"/>
                            </a:schemeClr>
                          </a:solidFill>
                          <a:latin typeface="Cambria" panose="02040503050406030204" pitchFamily="18" charset="0"/>
                          <a:ea typeface="Cambria" panose="02040503050406030204" pitchFamily="18" charset="0"/>
                        </a:rPr>
                        <a:t>Does not show the shape but highlights spread and outliers.</a:t>
                      </a:r>
                      <a:endParaRPr lang="en-US" sz="1600" dirty="0">
                        <a:solidFill>
                          <a:schemeClr val="bg2">
                            <a:lumMod val="60000"/>
                            <a:lumOff val="40000"/>
                          </a:schemeClr>
                        </a:solidFill>
                        <a:latin typeface="Cambria" panose="02040503050406030204" pitchFamily="18" charset="0"/>
                        <a:ea typeface="Cambria" panose="02040503050406030204" pitchFamily="18" charset="0"/>
                      </a:endParaRPr>
                    </a:p>
                  </a:txBody>
                  <a:tcPr anchor="ctr"/>
                </a:tc>
              </a:tr>
              <a:tr h="0">
                <a:tc>
                  <a:txBody>
                    <a:bodyPr/>
                    <a:lstStyle/>
                    <a:p>
                      <a:pPr algn="ctr"/>
                      <a:r>
                        <a:rPr lang="en-US" b="1" dirty="0" smtClean="0">
                          <a:solidFill>
                            <a:schemeClr val="bg2">
                              <a:lumMod val="75000"/>
                            </a:schemeClr>
                          </a:solidFill>
                          <a:latin typeface="Arial Rounded MT Bold" panose="020F0704030504030204" pitchFamily="34" charset="0"/>
                        </a:rPr>
                        <a:t>Key Components</a:t>
                      </a:r>
                      <a:endParaRPr lang="en-US" b="1" dirty="0">
                        <a:solidFill>
                          <a:schemeClr val="bg2">
                            <a:lumMod val="75000"/>
                          </a:schemeClr>
                        </a:solidFill>
                        <a:latin typeface="Arial Rounded MT Bold" panose="020F0704030504030204" pitchFamily="34" charset="0"/>
                      </a:endParaRPr>
                    </a:p>
                  </a:txBody>
                  <a:tcPr anchor="ctr"/>
                </a:tc>
                <a:tc>
                  <a:txBody>
                    <a:bodyPr/>
                    <a:lstStyle/>
                    <a:p>
                      <a:pPr algn="l"/>
                      <a:r>
                        <a:rPr lang="en-US" sz="1600" dirty="0" smtClean="0">
                          <a:solidFill>
                            <a:schemeClr val="bg2">
                              <a:lumMod val="60000"/>
                              <a:lumOff val="40000"/>
                            </a:schemeClr>
                          </a:solidFill>
                          <a:latin typeface="Cambria" panose="02040503050406030204" pitchFamily="18" charset="0"/>
                          <a:ea typeface="Cambria" panose="02040503050406030204" pitchFamily="18" charset="0"/>
                        </a:rPr>
                        <a:t>- Bars represent frequency. </a:t>
                      </a:r>
                      <a:br>
                        <a:rPr lang="en-US" sz="1600" dirty="0" smtClean="0">
                          <a:solidFill>
                            <a:schemeClr val="bg2">
                              <a:lumMod val="60000"/>
                              <a:lumOff val="40000"/>
                            </a:schemeClr>
                          </a:solidFill>
                          <a:latin typeface="Cambria" panose="02040503050406030204" pitchFamily="18" charset="0"/>
                          <a:ea typeface="Cambria" panose="02040503050406030204" pitchFamily="18" charset="0"/>
                        </a:rPr>
                      </a:br>
                      <a:r>
                        <a:rPr lang="en-US" sz="1600" dirty="0" smtClean="0">
                          <a:solidFill>
                            <a:schemeClr val="bg2">
                              <a:lumMod val="60000"/>
                              <a:lumOff val="40000"/>
                            </a:schemeClr>
                          </a:solidFill>
                          <a:latin typeface="Cambria" panose="02040503050406030204" pitchFamily="18" charset="0"/>
                          <a:ea typeface="Cambria" panose="02040503050406030204" pitchFamily="18" charset="0"/>
                        </a:rPr>
                        <a:t>- X-axis: Data ranges. </a:t>
                      </a:r>
                      <a:br>
                        <a:rPr lang="en-US" sz="1600" dirty="0" smtClean="0">
                          <a:solidFill>
                            <a:schemeClr val="bg2">
                              <a:lumMod val="60000"/>
                              <a:lumOff val="40000"/>
                            </a:schemeClr>
                          </a:solidFill>
                          <a:latin typeface="Cambria" panose="02040503050406030204" pitchFamily="18" charset="0"/>
                          <a:ea typeface="Cambria" panose="02040503050406030204" pitchFamily="18" charset="0"/>
                        </a:rPr>
                      </a:br>
                      <a:r>
                        <a:rPr lang="en-US" sz="1600" dirty="0" smtClean="0">
                          <a:solidFill>
                            <a:schemeClr val="bg2">
                              <a:lumMod val="60000"/>
                              <a:lumOff val="40000"/>
                            </a:schemeClr>
                          </a:solidFill>
                          <a:latin typeface="Cambria" panose="02040503050406030204" pitchFamily="18" charset="0"/>
                          <a:ea typeface="Cambria" panose="02040503050406030204" pitchFamily="18" charset="0"/>
                        </a:rPr>
                        <a:t>- Y-axis: Frequency.</a:t>
                      </a:r>
                      <a:endParaRPr lang="en-US" sz="1600" dirty="0">
                        <a:solidFill>
                          <a:schemeClr val="bg2">
                            <a:lumMod val="60000"/>
                            <a:lumOff val="40000"/>
                          </a:schemeClr>
                        </a:solidFill>
                        <a:latin typeface="Cambria" panose="02040503050406030204" pitchFamily="18" charset="0"/>
                        <a:ea typeface="Cambria" panose="02040503050406030204" pitchFamily="18" charset="0"/>
                      </a:endParaRPr>
                    </a:p>
                  </a:txBody>
                  <a:tcPr anchor="ctr"/>
                </a:tc>
                <a:tc>
                  <a:txBody>
                    <a:bodyPr/>
                    <a:lstStyle/>
                    <a:p>
                      <a:pPr algn="l"/>
                      <a:r>
                        <a:rPr lang="en-US" sz="1600" dirty="0" smtClean="0">
                          <a:solidFill>
                            <a:schemeClr val="bg2">
                              <a:lumMod val="60000"/>
                              <a:lumOff val="40000"/>
                            </a:schemeClr>
                          </a:solidFill>
                          <a:latin typeface="Cambria" panose="02040503050406030204" pitchFamily="18" charset="0"/>
                          <a:ea typeface="Cambria" panose="02040503050406030204" pitchFamily="18" charset="0"/>
                        </a:rPr>
                        <a:t>- Box: Middle 50% of data</a:t>
                      </a:r>
                      <a:br>
                        <a:rPr lang="en-US" sz="1600" dirty="0" smtClean="0">
                          <a:solidFill>
                            <a:schemeClr val="bg2">
                              <a:lumMod val="60000"/>
                              <a:lumOff val="40000"/>
                            </a:schemeClr>
                          </a:solidFill>
                          <a:latin typeface="Cambria" panose="02040503050406030204" pitchFamily="18" charset="0"/>
                          <a:ea typeface="Cambria" panose="02040503050406030204" pitchFamily="18" charset="0"/>
                        </a:rPr>
                      </a:br>
                      <a:r>
                        <a:rPr lang="en-US" sz="1600" dirty="0" smtClean="0">
                          <a:solidFill>
                            <a:schemeClr val="bg2">
                              <a:lumMod val="60000"/>
                              <a:lumOff val="40000"/>
                            </a:schemeClr>
                          </a:solidFill>
                          <a:latin typeface="Cambria" panose="02040503050406030204" pitchFamily="18" charset="0"/>
                          <a:ea typeface="Cambria" panose="02040503050406030204" pitchFamily="18" charset="0"/>
                        </a:rPr>
                        <a:t>- Median: Central line. </a:t>
                      </a:r>
                      <a:br>
                        <a:rPr lang="en-US" sz="1600" dirty="0" smtClean="0">
                          <a:solidFill>
                            <a:schemeClr val="bg2">
                              <a:lumMod val="60000"/>
                              <a:lumOff val="40000"/>
                            </a:schemeClr>
                          </a:solidFill>
                          <a:latin typeface="Cambria" panose="02040503050406030204" pitchFamily="18" charset="0"/>
                          <a:ea typeface="Cambria" panose="02040503050406030204" pitchFamily="18" charset="0"/>
                        </a:rPr>
                      </a:br>
                      <a:r>
                        <a:rPr lang="en-US" sz="1600" dirty="0" smtClean="0">
                          <a:solidFill>
                            <a:schemeClr val="bg2">
                              <a:lumMod val="60000"/>
                              <a:lumOff val="40000"/>
                            </a:schemeClr>
                          </a:solidFill>
                          <a:latin typeface="Cambria" panose="02040503050406030204" pitchFamily="18" charset="0"/>
                          <a:ea typeface="Cambria" panose="02040503050406030204" pitchFamily="18" charset="0"/>
                        </a:rPr>
                        <a:t>- Whiskers: Spread. </a:t>
                      </a:r>
                      <a:br>
                        <a:rPr lang="en-US" sz="1600" dirty="0" smtClean="0">
                          <a:solidFill>
                            <a:schemeClr val="bg2">
                              <a:lumMod val="60000"/>
                              <a:lumOff val="40000"/>
                            </a:schemeClr>
                          </a:solidFill>
                          <a:latin typeface="Cambria" panose="02040503050406030204" pitchFamily="18" charset="0"/>
                          <a:ea typeface="Cambria" panose="02040503050406030204" pitchFamily="18" charset="0"/>
                        </a:rPr>
                      </a:br>
                      <a:r>
                        <a:rPr lang="en-US" sz="1600" dirty="0" smtClean="0">
                          <a:solidFill>
                            <a:schemeClr val="bg2">
                              <a:lumMod val="60000"/>
                              <a:lumOff val="40000"/>
                            </a:schemeClr>
                          </a:solidFill>
                          <a:latin typeface="Cambria" panose="02040503050406030204" pitchFamily="18" charset="0"/>
                          <a:ea typeface="Cambria" panose="02040503050406030204" pitchFamily="18" charset="0"/>
                        </a:rPr>
                        <a:t>- Outliers: Points outside 1.5 × IQR.</a:t>
                      </a:r>
                      <a:endParaRPr lang="en-US" sz="1600" dirty="0">
                        <a:solidFill>
                          <a:schemeClr val="bg2">
                            <a:lumMod val="60000"/>
                            <a:lumOff val="40000"/>
                          </a:schemeClr>
                        </a:solidFill>
                        <a:latin typeface="Cambria" panose="02040503050406030204" pitchFamily="18" charset="0"/>
                        <a:ea typeface="Cambria" panose="02040503050406030204" pitchFamily="18" charset="0"/>
                      </a:endParaRPr>
                    </a:p>
                  </a:txBody>
                  <a:tcPr anchor="ctr"/>
                </a:tc>
              </a:tr>
              <a:tr h="820858">
                <a:tc>
                  <a:txBody>
                    <a:bodyPr/>
                    <a:lstStyle/>
                    <a:p>
                      <a:pPr algn="ctr"/>
                      <a:r>
                        <a:rPr lang="en-US" b="1" dirty="0" smtClean="0">
                          <a:solidFill>
                            <a:schemeClr val="bg2">
                              <a:lumMod val="75000"/>
                            </a:schemeClr>
                          </a:solidFill>
                          <a:latin typeface="Arial Rounded MT Bold" panose="020F0704030504030204" pitchFamily="34" charset="0"/>
                        </a:rPr>
                        <a:t>Data Size Suitability</a:t>
                      </a:r>
                      <a:endParaRPr lang="en-US" b="1" dirty="0">
                        <a:solidFill>
                          <a:schemeClr val="bg2">
                            <a:lumMod val="75000"/>
                          </a:schemeClr>
                        </a:solidFill>
                        <a:latin typeface="Arial Rounded MT Bold" panose="020F0704030504030204" pitchFamily="34" charset="0"/>
                      </a:endParaRPr>
                    </a:p>
                  </a:txBody>
                  <a:tcPr anchor="ctr"/>
                </a:tc>
                <a:tc>
                  <a:txBody>
                    <a:bodyPr/>
                    <a:lstStyle/>
                    <a:p>
                      <a:pPr algn="l"/>
                      <a:r>
                        <a:rPr lang="en-US" sz="1600" dirty="0" smtClean="0">
                          <a:solidFill>
                            <a:schemeClr val="bg2">
                              <a:lumMod val="60000"/>
                              <a:lumOff val="40000"/>
                            </a:schemeClr>
                          </a:solidFill>
                          <a:latin typeface="Cambria" panose="02040503050406030204" pitchFamily="18" charset="0"/>
                          <a:ea typeface="Cambria" panose="02040503050406030204" pitchFamily="18" charset="0"/>
                        </a:rPr>
                        <a:t>Effective for large datasets with continuous data.</a:t>
                      </a:r>
                      <a:endParaRPr lang="en-US" sz="1600" dirty="0">
                        <a:solidFill>
                          <a:schemeClr val="bg2">
                            <a:lumMod val="60000"/>
                            <a:lumOff val="40000"/>
                          </a:schemeClr>
                        </a:solidFill>
                        <a:latin typeface="Cambria" panose="02040503050406030204" pitchFamily="18" charset="0"/>
                        <a:ea typeface="Cambria" panose="02040503050406030204" pitchFamily="18" charset="0"/>
                      </a:endParaRPr>
                    </a:p>
                  </a:txBody>
                  <a:tcPr anchor="ctr"/>
                </a:tc>
                <a:tc>
                  <a:txBody>
                    <a:bodyPr/>
                    <a:lstStyle/>
                    <a:p>
                      <a:pPr algn="l"/>
                      <a:r>
                        <a:rPr lang="en-US" sz="1600" dirty="0" smtClean="0">
                          <a:solidFill>
                            <a:schemeClr val="bg2">
                              <a:lumMod val="60000"/>
                              <a:lumOff val="40000"/>
                            </a:schemeClr>
                          </a:solidFill>
                          <a:latin typeface="Cambria" panose="02040503050406030204" pitchFamily="18" charset="0"/>
                          <a:ea typeface="Cambria" panose="02040503050406030204" pitchFamily="18" charset="0"/>
                        </a:rPr>
                        <a:t>Suitable for medium-sized datasets or when focusing on summaries.</a:t>
                      </a:r>
                      <a:endParaRPr lang="en-US" sz="1600" dirty="0">
                        <a:solidFill>
                          <a:schemeClr val="bg2">
                            <a:lumMod val="60000"/>
                            <a:lumOff val="40000"/>
                          </a:schemeClr>
                        </a:solidFill>
                        <a:latin typeface="Cambria" panose="02040503050406030204" pitchFamily="18" charset="0"/>
                        <a:ea typeface="Cambria" panose="02040503050406030204" pitchFamily="18" charset="0"/>
                      </a:endParaRPr>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49756" y="155826"/>
            <a:ext cx="7025844" cy="576000"/>
          </a:xfrm>
        </p:spPr>
        <p:txBody>
          <a:bodyPr/>
          <a:lstStyle/>
          <a:p>
            <a:r>
              <a:rPr lang="en-IN" sz="4400" b="1" dirty="0" smtClean="0"/>
              <a:t>Summary</a:t>
            </a:r>
            <a:endParaRPr lang="en-US" sz="3600" b="1" dirty="0"/>
          </a:p>
        </p:txBody>
      </p:sp>
      <p:sp>
        <p:nvSpPr>
          <p:cNvPr id="7" name="Google Shape;256;p24"/>
          <p:cNvSpPr/>
          <p:nvPr/>
        </p:nvSpPr>
        <p:spPr>
          <a:xfrm flipV="1">
            <a:off x="999324" y="981048"/>
            <a:ext cx="2535252" cy="45719"/>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Inter" panose="02000503000000020004"/>
              <a:ea typeface="Inter" panose="02000503000000020004"/>
              <a:cs typeface="Inter" panose="02000503000000020004"/>
              <a:sym typeface="Inter" panose="02000503000000020004"/>
            </a:endParaRPr>
          </a:p>
        </p:txBody>
      </p:sp>
      <p:sp>
        <p:nvSpPr>
          <p:cNvPr id="4" name="TextBox 3"/>
          <p:cNvSpPr txBox="1"/>
          <p:nvPr/>
        </p:nvSpPr>
        <p:spPr>
          <a:xfrm>
            <a:off x="783424" y="1435100"/>
            <a:ext cx="6819900" cy="2246769"/>
          </a:xfrm>
          <a:prstGeom prst="rect">
            <a:avLst/>
          </a:prstGeom>
          <a:noFill/>
        </p:spPr>
        <p:txBody>
          <a:bodyPr wrap="square" rtlCol="0">
            <a:spAutoFit/>
          </a:bodyPr>
          <a:lstStyle/>
          <a:p>
            <a:r>
              <a:rPr lang="en-US" sz="2000" dirty="0">
                <a:solidFill>
                  <a:schemeClr val="tx1"/>
                </a:solidFill>
                <a:latin typeface="Cambria" panose="02040503050406030204" pitchFamily="18" charset="0"/>
                <a:ea typeface="Cambria" panose="02040503050406030204" pitchFamily="18" charset="0"/>
                <a:cs typeface="Inter" panose="02000503000000020004"/>
              </a:rPr>
              <a:t>The presentation emphasizes the importance of histograms and box plots for data visualization. Histograms display patterns like central tendency and spread, while box plots summarize data distribution using quartiles, the interquartile range, and outliers. These tools are useful for comparing datasets and identifying outliers, and are widely used in fields like education, business, and health.</a:t>
            </a:r>
            <a:endParaRPr lang="en-US" sz="2000" dirty="0">
              <a:solidFill>
                <a:schemeClr val="tx1"/>
              </a:solidFill>
              <a:latin typeface="Cambria" panose="02040503050406030204" pitchFamily="18" charset="0"/>
              <a:ea typeface="Cambria" panose="02040503050406030204" pitchFamily="18" charset="0"/>
              <a:cs typeface="Inter" panose="02000503000000020004"/>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66800" y="1603626"/>
            <a:ext cx="7061200" cy="1418974"/>
          </a:xfrm>
        </p:spPr>
        <p:txBody>
          <a:bodyPr anchor="ctr"/>
          <a:lstStyle/>
          <a:p>
            <a:pPr algn="ctr"/>
            <a:r>
              <a:rPr lang="en-IN" sz="8800" dirty="0" smtClean="0"/>
              <a:t>THANK YOU</a:t>
            </a:r>
            <a:endParaRPr lang="en-US" sz="8800" dirty="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Second Derivative Test by Slidesgo">
  <a:themeElements>
    <a:clrScheme name="Simple Light">
      <a:dk1>
        <a:srgbClr val="DA622E"/>
      </a:dk1>
      <a:lt1>
        <a:srgbClr val="FDFCF8"/>
      </a:lt1>
      <a:dk2>
        <a:srgbClr val="882E06"/>
      </a:dk2>
      <a:lt2>
        <a:srgbClr val="FFA900"/>
      </a:lt2>
      <a:accent1>
        <a:srgbClr val="FFFFFF"/>
      </a:accent1>
      <a:accent2>
        <a:srgbClr val="FFFFFF"/>
      </a:accent2>
      <a:accent3>
        <a:srgbClr val="FFFFFF"/>
      </a:accent3>
      <a:accent4>
        <a:srgbClr val="FDFCFD"/>
      </a:accent4>
      <a:accent5>
        <a:srgbClr val="FDFCFD"/>
      </a:accent5>
      <a:accent6>
        <a:srgbClr val="FDFCFD"/>
      </a:accent6>
      <a:hlink>
        <a:srgbClr val="882E0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10365</Words>
  <Application>WPS Presentation</Application>
  <PresentationFormat>On-screen Show (16:9)</PresentationFormat>
  <Paragraphs>377</Paragraphs>
  <Slides>30</Slides>
  <Notes>4</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30</vt:i4>
      </vt:variant>
    </vt:vector>
  </HeadingPairs>
  <TitlesOfParts>
    <vt:vector size="50" baseType="lpstr">
      <vt:lpstr>Arial</vt:lpstr>
      <vt:lpstr>SimSun</vt:lpstr>
      <vt:lpstr>Wingdings</vt:lpstr>
      <vt:lpstr>Arial</vt:lpstr>
      <vt:lpstr>Patua One</vt:lpstr>
      <vt:lpstr>Inter</vt:lpstr>
      <vt:lpstr>Calibri</vt:lpstr>
      <vt:lpstr>Libre Franklin Black</vt:lpstr>
      <vt:lpstr>DM Sans</vt:lpstr>
      <vt:lpstr>Segoe Print</vt:lpstr>
      <vt:lpstr>Roboto</vt:lpstr>
      <vt:lpstr>Nunito Light</vt:lpstr>
      <vt:lpstr>Montserrat</vt:lpstr>
      <vt:lpstr>Arial Black</vt:lpstr>
      <vt:lpstr>Arial Rounded MT Bold</vt:lpstr>
      <vt:lpstr>Cambria</vt:lpstr>
      <vt:lpstr>Patua One</vt:lpstr>
      <vt:lpstr>Microsoft YaHei</vt:lpstr>
      <vt:lpstr>Arial Unicode MS</vt:lpstr>
      <vt:lpstr>Second Derivative Test by Slidesgo</vt:lpstr>
      <vt:lpstr>Data Visualization Techniques</vt:lpstr>
      <vt:lpstr>               Group: 09                    Members: Om Govekar                                                   Devansh Goyanka                                                   Pragati Gupta                                                   Vaibhav Hade                                                   Anvay Hande                                                   Hari Jadhav</vt:lpstr>
      <vt:lpstr>Introduction</vt:lpstr>
      <vt:lpstr>Objectives:</vt:lpstr>
      <vt:lpstr>Key Elements of Data Visualization</vt:lpstr>
      <vt:lpstr>Tools for Data Visualisation:</vt:lpstr>
      <vt:lpstr>Types of Data Visualizations</vt:lpstr>
      <vt:lpstr>HISTOGRAM</vt:lpstr>
      <vt:lpstr>Components of a Histogram</vt:lpstr>
      <vt:lpstr>Key Features</vt:lpstr>
      <vt:lpstr>Types of Histogram </vt:lpstr>
      <vt:lpstr>Types of Histogram </vt:lpstr>
      <vt:lpstr>Advantages and Limitation of Histogram  </vt:lpstr>
      <vt:lpstr>Real-Life Applications of Histograms</vt:lpstr>
      <vt:lpstr>PowerPoint 演示文稿</vt:lpstr>
      <vt:lpstr>Real-Life Applications of Histograms</vt:lpstr>
      <vt:lpstr>PowerPoint 演示文稿</vt:lpstr>
      <vt:lpstr>Limitation of Histogram  </vt:lpstr>
      <vt:lpstr>BOX  PLOT</vt:lpstr>
      <vt:lpstr>Components of a Box Plot </vt:lpstr>
      <vt:lpstr>Key Features</vt:lpstr>
      <vt:lpstr>Advantages of Box Plot</vt:lpstr>
      <vt:lpstr>Real-Life Applications of Box Plot</vt:lpstr>
      <vt:lpstr>Real-Life Applications of Box Plot</vt:lpstr>
      <vt:lpstr>Real-Life Applications of Box Plot</vt:lpstr>
      <vt:lpstr>Real-Life Applications of Box Plot</vt:lpstr>
      <vt:lpstr>Limitation of Box Plot</vt:lpstr>
      <vt:lpstr>Comparison </vt:lpstr>
      <vt:lpstr>Summary</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 Techniques</dc:title>
  <dc:creator>USER</dc:creator>
  <cp:lastModifiedBy>PRAGATI GUPTA</cp:lastModifiedBy>
  <cp:revision>50</cp:revision>
  <dcterms:created xsi:type="dcterms:W3CDTF">2025-02-12T14:15:00Z</dcterms:created>
  <dcterms:modified xsi:type="dcterms:W3CDTF">2025-02-12T17:22:08Z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54F1D47EBCA1478CA8D533922A9D7818_12</vt:lpwstr>
  </property>
  <property fmtid="{D5CDD505-2E9C-101B-9397-08002B2CF9AE}" pid="3" name="KSOProductBuildVer">
    <vt:lpwstr>2057-12.2.0.19821</vt:lpwstr>
  </property>
</Properties>
</file>