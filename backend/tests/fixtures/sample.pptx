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DocuMind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is used to test the PPTX processor.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